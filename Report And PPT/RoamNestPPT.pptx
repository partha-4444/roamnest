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78" r:id="rId11"/>
    <p:sldId id="266" r:id="rId12"/>
    <p:sldId id="267" r:id="rId13"/>
    <p:sldId id="276" r:id="rId14"/>
    <p:sldId id="268" r:id="rId15"/>
    <p:sldId id="277" r:id="rId16"/>
    <p:sldId id="269" r:id="rId17"/>
    <p:sldId id="270" r:id="rId18"/>
    <p:sldId id="271" r:id="rId19"/>
    <p:sldId id="272" r:id="rId20"/>
    <p:sldId id="273" r:id="rId21"/>
    <p:sldId id="274" r:id="rId22"/>
    <p:sldId id="275" r:id="rId2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4" d="100"/>
          <a:sy n="84" d="100"/>
        </p:scale>
        <p:origin x="142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6" name="PlaceHolder 1"/>
          <p:cNvSpPr>
            <a:spLocks noGrp="1" noRot="1" noChangeAspect="1"/>
          </p:cNvSpPr>
          <p:nvPr>
            <p:ph type="sldImg"/>
          </p:nvPr>
        </p:nvSpPr>
        <p:spPr>
          <a:xfrm>
            <a:off x="533520" y="764280"/>
            <a:ext cx="6704640" cy="3771360"/>
          </a:xfrm>
          <a:prstGeom prst="rect">
            <a:avLst/>
          </a:prstGeom>
          <a:noFill/>
          <a:ln w="0">
            <a:noFill/>
          </a:ln>
        </p:spPr>
        <p:txBody>
          <a:bodyPr lIns="0" tIns="0" rIns="0" bIns="0" anchor="ctr">
            <a:noAutofit/>
          </a:bodyPr>
          <a:lstStyle/>
          <a:p>
            <a:r>
              <a:rPr lang="en-US" sz="1400" b="0" u="none" strike="noStrike">
                <a:solidFill>
                  <a:srgbClr val="000000"/>
                </a:solidFill>
                <a:effectLst/>
                <a:uFillTx/>
                <a:latin typeface="Arial"/>
              </a:rPr>
              <a:t>Click to move the slide</a:t>
            </a:r>
          </a:p>
        </p:txBody>
      </p:sp>
      <p:sp>
        <p:nvSpPr>
          <p:cNvPr id="37" name="PlaceHolder 2"/>
          <p:cNvSpPr>
            <a:spLocks noGrp="1"/>
          </p:cNvSpPr>
          <p:nvPr>
            <p:ph type="body"/>
          </p:nvPr>
        </p:nvSpPr>
        <p:spPr>
          <a:xfrm>
            <a:off x="777240" y="4777560"/>
            <a:ext cx="6217560" cy="4525920"/>
          </a:xfrm>
          <a:prstGeom prst="rect">
            <a:avLst/>
          </a:prstGeom>
          <a:noFill/>
          <a:ln w="0">
            <a:noFill/>
          </a:ln>
        </p:spPr>
        <p:txBody>
          <a:bodyPr lIns="0" tIns="0" rIns="0" bIns="0" anchor="t">
            <a:noAutofit/>
          </a:bodyPr>
          <a:lstStyle/>
          <a:p>
            <a:pPr indent="0" algn="l">
              <a:buNone/>
            </a:pPr>
            <a:r>
              <a:rPr lang="en-US" sz="2000" b="0" u="none" strike="noStrike">
                <a:solidFill>
                  <a:srgbClr val="000000"/>
                </a:solidFill>
                <a:effectLst/>
                <a:uFillTx/>
                <a:latin typeface="Arial"/>
              </a:rPr>
              <a:t>Click to edit the notes format</a:t>
            </a:r>
          </a:p>
        </p:txBody>
      </p:sp>
      <p:sp>
        <p:nvSpPr>
          <p:cNvPr id="38" name="PlaceHolder 3"/>
          <p:cNvSpPr>
            <a:spLocks noGrp="1"/>
          </p:cNvSpPr>
          <p:nvPr>
            <p:ph type="hdr"/>
          </p:nvPr>
        </p:nvSpPr>
        <p:spPr>
          <a:xfrm>
            <a:off x="0" y="0"/>
            <a:ext cx="3372840" cy="502560"/>
          </a:xfrm>
          <a:prstGeom prst="rect">
            <a:avLst/>
          </a:prstGeom>
          <a:noFill/>
          <a:ln w="0">
            <a:noFill/>
          </a:ln>
        </p:spPr>
        <p:txBody>
          <a:bodyPr lIns="0" tIns="0" rIns="0" bIns="0" anchor="t">
            <a:noAutofit/>
          </a:bodyPr>
          <a:lstStyle/>
          <a:p>
            <a:pPr indent="0" algn="l">
              <a:buNone/>
            </a:pPr>
            <a:r>
              <a:rPr lang="en-US" sz="1400" b="0" u="none" strike="noStrike">
                <a:solidFill>
                  <a:srgbClr val="000000"/>
                </a:solidFill>
                <a:effectLst/>
                <a:uFillTx/>
                <a:latin typeface="Times New Roman"/>
              </a:rPr>
              <a:t>&lt;header&gt;</a:t>
            </a:r>
          </a:p>
        </p:txBody>
      </p:sp>
      <p:sp>
        <p:nvSpPr>
          <p:cNvPr id="39" name="PlaceHolder 4"/>
          <p:cNvSpPr>
            <a:spLocks noGrp="1"/>
          </p:cNvSpPr>
          <p:nvPr>
            <p:ph type="dt" idx="7"/>
          </p:nvPr>
        </p:nvSpPr>
        <p:spPr>
          <a:xfrm>
            <a:off x="4399200" y="0"/>
            <a:ext cx="3372840" cy="50256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&lt;date/time&gt;</a:t>
            </a:r>
          </a:p>
        </p:txBody>
      </p:sp>
      <p:sp>
        <p:nvSpPr>
          <p:cNvPr id="40" name="PlaceHolder 5"/>
          <p:cNvSpPr>
            <a:spLocks noGrp="1"/>
          </p:cNvSpPr>
          <p:nvPr>
            <p:ph type="ftr" idx="8"/>
          </p:nvPr>
        </p:nvSpPr>
        <p:spPr>
          <a:xfrm>
            <a:off x="0" y="9555480"/>
            <a:ext cx="3372840" cy="502560"/>
          </a:xfrm>
          <a:prstGeom prst="rect">
            <a:avLst/>
          </a:prstGeom>
          <a:noFill/>
          <a:ln w="0">
            <a:noFill/>
          </a:ln>
        </p:spPr>
        <p:txBody>
          <a:bodyPr lIns="0" tIns="0" rIns="0" bIns="0" anchor="b">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&lt;footer&gt;</a:t>
            </a:r>
          </a:p>
        </p:txBody>
      </p:sp>
      <p:sp>
        <p:nvSpPr>
          <p:cNvPr id="41" name="PlaceHolder 6"/>
          <p:cNvSpPr>
            <a:spLocks noGrp="1"/>
          </p:cNvSpPr>
          <p:nvPr>
            <p:ph type="sldNum" idx="9"/>
          </p:nvPr>
        </p:nvSpPr>
        <p:spPr>
          <a:xfrm>
            <a:off x="4399200" y="9555480"/>
            <a:ext cx="3372840" cy="50256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896CA4BA-5873-4EC8-A030-13F76F6EACA7}" type="slidenum">
              <a:rPr lang="en-US" sz="1400" b="0" u="none" strike="noStrike">
                <a:solidFill>
                  <a:srgbClr val="000000"/>
                </a:solidFill>
                <a:effectLst/>
                <a:uFillTx/>
                <a:latin typeface="Times New Roman"/>
              </a:rPr>
              <a:t>‹#›</a:t>
            </a:fld>
            <a:endParaRPr lang="en-US"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 name="PlaceHolder 1"/>
          <p:cNvSpPr>
            <a:spLocks noGrp="1" noRot="1" noChangeAspect="1"/>
          </p:cNvSpPr>
          <p:nvPr>
            <p:ph type="sldImg"/>
          </p:nvPr>
        </p:nvSpPr>
        <p:spPr>
          <a:xfrm>
            <a:off x="1143000" y="685800"/>
            <a:ext cx="4571640" cy="3428640"/>
          </a:xfrm>
          <a:prstGeom prst="rect">
            <a:avLst/>
          </a:prstGeom>
          <a:ln w="0">
            <a:noFill/>
          </a:ln>
        </p:spPr>
      </p:sp>
      <p:sp>
        <p:nvSpPr>
          <p:cNvPr id="122"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lstStyle/>
          <a:p>
            <a:pPr indent="0" algn="l">
              <a:buNone/>
            </a:pPr>
            <a:endParaRPr lang="en-US" sz="1200" b="0" u="none" strike="noStrike">
              <a:solidFill>
                <a:schemeClr val="dk1"/>
              </a:solidFill>
              <a:effectLst/>
              <a:uFillTx/>
              <a:latin typeface="Calibri"/>
            </a:endParaRPr>
          </a:p>
        </p:txBody>
      </p:sp>
      <p:sp>
        <p:nvSpPr>
          <p:cNvPr id="123" name="PlaceHolder 3"/>
          <p:cNvSpPr>
            <a:spLocks noGrp="1"/>
          </p:cNvSpPr>
          <p:nvPr>
            <p:ph type="sldNum" idx="10"/>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400" b="0" u="none" strike="noStrike">
                <a:solidFill>
                  <a:srgbClr val="000000"/>
                </a:solidFill>
                <a:effectLst/>
                <a:uFillTx/>
                <a:latin typeface="Times New Roman"/>
              </a:defRPr>
            </a:lvl1pPr>
          </a:lstStyle>
          <a:p>
            <a:pPr indent="0" algn="r">
              <a:lnSpc>
                <a:spcPct val="100000"/>
              </a:lnSpc>
              <a:buNone/>
              <a:tabLst>
                <a:tab pos="0" algn="l"/>
              </a:tabLst>
            </a:pPr>
            <a:fld id="{475199DB-3490-4CDE-8560-EA57360C1B75}" type="slidenum">
              <a:rPr lang="en-US" sz="1400" b="0" u="none" strike="noStrike">
                <a:solidFill>
                  <a:srgbClr val="000000"/>
                </a:solidFill>
                <a:effectLst/>
                <a:uFillTx/>
                <a:latin typeface="Times New Roman"/>
              </a:rPr>
              <a:t>6</a:t>
            </a:fld>
            <a:endParaRPr lang="en-US" sz="1400" b="0" u="none" strike="noStrike">
              <a:solidFill>
                <a:srgbClr val="000000"/>
              </a:solidFill>
              <a:effectLst/>
              <a:uFillTx/>
              <a:latin typeface="Times New Roman"/>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 name="PlaceHolder 1"/>
          <p:cNvSpPr>
            <a:spLocks noGrp="1" noRot="1" noChangeAspect="1"/>
          </p:cNvSpPr>
          <p:nvPr>
            <p:ph type="sldImg"/>
          </p:nvPr>
        </p:nvSpPr>
        <p:spPr>
          <a:xfrm>
            <a:off x="1143000" y="685800"/>
            <a:ext cx="4572000" cy="3429000"/>
          </a:xfrm>
          <a:prstGeom prst="rect">
            <a:avLst/>
          </a:prstGeom>
          <a:ln w="0">
            <a:noFill/>
          </a:ln>
        </p:spPr>
      </p:sp>
      <p:sp>
        <p:nvSpPr>
          <p:cNvPr id="125"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lstStyle/>
          <a:p>
            <a:pPr indent="0" algn="l">
              <a:buNone/>
            </a:pPr>
            <a:endParaRPr lang="en-US" sz="1200" b="0" u="none" strike="noStrike">
              <a:solidFill>
                <a:schemeClr val="dk1"/>
              </a:solidFill>
              <a:effectLst/>
              <a:uFillTx/>
              <a:latin typeface="Calibri"/>
            </a:endParaRPr>
          </a:p>
        </p:txBody>
      </p:sp>
      <p:sp>
        <p:nvSpPr>
          <p:cNvPr id="126" name="PlaceHolder 3"/>
          <p:cNvSpPr>
            <a:spLocks noGrp="1"/>
          </p:cNvSpPr>
          <p:nvPr>
            <p:ph type="sldNum" idx="11"/>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400" b="0" u="none" strike="noStrike">
                <a:solidFill>
                  <a:srgbClr val="000000"/>
                </a:solidFill>
                <a:effectLst/>
                <a:uFillTx/>
                <a:latin typeface="Times New Roman"/>
              </a:defRPr>
            </a:lvl1pPr>
          </a:lstStyle>
          <a:p>
            <a:pPr indent="0" algn="r">
              <a:lnSpc>
                <a:spcPct val="100000"/>
              </a:lnSpc>
              <a:buNone/>
              <a:tabLst>
                <a:tab pos="0" algn="l"/>
              </a:tabLst>
            </a:pPr>
            <a:fld id="{B2BB6CA8-E2C5-44D7-949A-6147E2C25DEC}" type="slidenum">
              <a:rPr lang="en-US" sz="1400" b="0" u="none" strike="noStrike">
                <a:solidFill>
                  <a:srgbClr val="000000"/>
                </a:solidFill>
                <a:effectLst/>
                <a:uFillTx/>
                <a:latin typeface="Times New Roman"/>
              </a:rPr>
              <a:t>7</a:t>
            </a:fld>
            <a:endParaRPr lang="en-US" sz="1400" b="0" u="none" strike="noStrike">
              <a:solidFill>
                <a:srgbClr val="000000"/>
              </a:solidFill>
              <a:effectLst/>
              <a:uFillTx/>
              <a:latin typeface="Times New Roman"/>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7" name="PlaceHolder 1"/>
          <p:cNvSpPr>
            <a:spLocks noGrp="1" noRot="1" noChangeAspect="1"/>
          </p:cNvSpPr>
          <p:nvPr>
            <p:ph type="sldImg"/>
          </p:nvPr>
        </p:nvSpPr>
        <p:spPr>
          <a:xfrm>
            <a:off x="1143000" y="685800"/>
            <a:ext cx="4572000" cy="3429000"/>
          </a:xfrm>
          <a:prstGeom prst="rect">
            <a:avLst/>
          </a:prstGeom>
          <a:ln w="0">
            <a:noFill/>
          </a:ln>
        </p:spPr>
      </p:sp>
      <p:sp>
        <p:nvSpPr>
          <p:cNvPr id="128"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lstStyle/>
          <a:p>
            <a:pPr indent="0" algn="l">
              <a:buNone/>
            </a:pPr>
            <a:endParaRPr lang="en-US" sz="1200" b="0" u="none" strike="noStrike" dirty="0">
              <a:solidFill>
                <a:schemeClr val="dk1"/>
              </a:solidFill>
              <a:effectLst/>
              <a:uFillTx/>
              <a:latin typeface="Calibri"/>
            </a:endParaRPr>
          </a:p>
        </p:txBody>
      </p:sp>
      <p:sp>
        <p:nvSpPr>
          <p:cNvPr id="129" name="PlaceHolder 3"/>
          <p:cNvSpPr>
            <a:spLocks noGrp="1"/>
          </p:cNvSpPr>
          <p:nvPr>
            <p:ph type="sldNum" idx="12"/>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400" b="0" u="none" strike="noStrike">
                <a:solidFill>
                  <a:srgbClr val="000000"/>
                </a:solidFill>
                <a:effectLst/>
                <a:uFillTx/>
                <a:latin typeface="Times New Roman"/>
              </a:defRPr>
            </a:lvl1pPr>
          </a:lstStyle>
          <a:p>
            <a:pPr indent="0" algn="r">
              <a:lnSpc>
                <a:spcPct val="100000"/>
              </a:lnSpc>
              <a:buNone/>
              <a:tabLst>
                <a:tab pos="0" algn="l"/>
              </a:tabLst>
            </a:pPr>
            <a:fld id="{A2D2C3F1-FA2D-4C3F-86BC-F2653F525923}" type="slidenum">
              <a:rPr lang="en-US" sz="1400" b="0" u="none" strike="noStrike">
                <a:solidFill>
                  <a:srgbClr val="000000"/>
                </a:solidFill>
                <a:effectLst/>
                <a:uFillTx/>
                <a:latin typeface="Times New Roman"/>
              </a:rPr>
              <a:t>8</a:t>
            </a:fld>
            <a:endParaRPr lang="en-US" sz="1400" b="0" u="none" strike="noStrike">
              <a:solidFill>
                <a:srgbClr val="000000"/>
              </a:solidFill>
              <a:effectLst/>
              <a:uFillTx/>
              <a:latin typeface="Times New Roman"/>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 name="PlaceHolder 1"/>
          <p:cNvSpPr>
            <a:spLocks noGrp="1" noRot="1" noChangeAspect="1"/>
          </p:cNvSpPr>
          <p:nvPr>
            <p:ph type="sldImg"/>
          </p:nvPr>
        </p:nvSpPr>
        <p:spPr>
          <a:xfrm>
            <a:off x="1143000" y="685800"/>
            <a:ext cx="4572000" cy="3429000"/>
          </a:xfrm>
          <a:prstGeom prst="rect">
            <a:avLst/>
          </a:prstGeom>
          <a:ln w="0">
            <a:noFill/>
          </a:ln>
        </p:spPr>
      </p:sp>
      <p:sp>
        <p:nvSpPr>
          <p:cNvPr id="131"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lstStyle/>
          <a:p>
            <a:pPr indent="0" algn="l">
              <a:buNone/>
            </a:pPr>
            <a:endParaRPr lang="en-US" sz="1200" b="0" u="none" strike="noStrike">
              <a:solidFill>
                <a:schemeClr val="dk1"/>
              </a:solidFill>
              <a:effectLst/>
              <a:uFillTx/>
              <a:latin typeface="Calibri"/>
            </a:endParaRPr>
          </a:p>
        </p:txBody>
      </p:sp>
      <p:sp>
        <p:nvSpPr>
          <p:cNvPr id="132" name="PlaceHolder 3"/>
          <p:cNvSpPr>
            <a:spLocks noGrp="1"/>
          </p:cNvSpPr>
          <p:nvPr>
            <p:ph type="sldNum" idx="13"/>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400" b="0" u="none" strike="noStrike">
                <a:solidFill>
                  <a:srgbClr val="000000"/>
                </a:solidFill>
                <a:effectLst/>
                <a:uFillTx/>
                <a:latin typeface="Times New Roman"/>
              </a:defRPr>
            </a:lvl1pPr>
          </a:lstStyle>
          <a:p>
            <a:pPr indent="0" algn="r">
              <a:lnSpc>
                <a:spcPct val="100000"/>
              </a:lnSpc>
              <a:buNone/>
              <a:tabLst>
                <a:tab pos="0" algn="l"/>
              </a:tabLst>
            </a:pPr>
            <a:fld id="{602DF159-2E5F-424F-9869-D1347E5EFFD3}" type="slidenum">
              <a:rPr lang="en-US" sz="1400" b="0" u="none" strike="noStrike">
                <a:solidFill>
                  <a:srgbClr val="000000"/>
                </a:solidFill>
                <a:effectLst/>
                <a:uFillTx/>
                <a:latin typeface="Times New Roman"/>
              </a:rPr>
              <a:t>9</a:t>
            </a:fld>
            <a:endParaRPr lang="en-US" sz="1400" b="0" u="none" strike="noStrike">
              <a:solidFill>
                <a:srgbClr val="000000"/>
              </a:solidFill>
              <a:effectLst/>
              <a:uFillTx/>
              <a:latin typeface="Times New Roman"/>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 name="PlaceHolder 1"/>
          <p:cNvSpPr>
            <a:spLocks noGrp="1" noRot="1" noChangeAspect="1"/>
          </p:cNvSpPr>
          <p:nvPr>
            <p:ph type="sldImg"/>
          </p:nvPr>
        </p:nvSpPr>
        <p:spPr>
          <a:xfrm>
            <a:off x="1143000" y="685800"/>
            <a:ext cx="4572000" cy="3429000"/>
          </a:xfrm>
          <a:prstGeom prst="rect">
            <a:avLst/>
          </a:prstGeom>
          <a:ln w="0">
            <a:noFill/>
          </a:ln>
        </p:spPr>
      </p:sp>
      <p:sp>
        <p:nvSpPr>
          <p:cNvPr id="137"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lstStyle/>
          <a:p>
            <a:pPr indent="0" algn="l">
              <a:buNone/>
            </a:pPr>
            <a:endParaRPr lang="en-US" sz="1200" b="0" u="none" strike="noStrike">
              <a:solidFill>
                <a:schemeClr val="dk1"/>
              </a:solidFill>
              <a:effectLst/>
              <a:uFillTx/>
              <a:latin typeface="Calibri"/>
            </a:endParaRPr>
          </a:p>
        </p:txBody>
      </p:sp>
      <p:sp>
        <p:nvSpPr>
          <p:cNvPr id="138" name="PlaceHolder 3"/>
          <p:cNvSpPr>
            <a:spLocks noGrp="1"/>
          </p:cNvSpPr>
          <p:nvPr>
            <p:ph type="sldNum" idx="15"/>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400" b="0" u="none" strike="noStrike">
                <a:solidFill>
                  <a:srgbClr val="000000"/>
                </a:solidFill>
                <a:effectLst/>
                <a:uFillTx/>
                <a:latin typeface="Times New Roman"/>
              </a:defRPr>
            </a:lvl1pPr>
          </a:lstStyle>
          <a:p>
            <a:pPr indent="0" algn="r">
              <a:lnSpc>
                <a:spcPct val="100000"/>
              </a:lnSpc>
              <a:buNone/>
              <a:tabLst>
                <a:tab pos="0" algn="l"/>
              </a:tabLst>
            </a:pPr>
            <a:fld id="{D5E8D282-1970-4A6E-925F-EF225941C22E}" type="slidenum">
              <a:rPr lang="en-US" sz="1400" b="0" u="none" strike="noStrike">
                <a:solidFill>
                  <a:srgbClr val="000000"/>
                </a:solidFill>
                <a:effectLst/>
                <a:uFillTx/>
                <a:latin typeface="Times New Roman"/>
              </a:rPr>
              <a:t>11</a:t>
            </a:fld>
            <a:endParaRPr lang="en-US" sz="1400" b="0" u="none" strike="noStrike">
              <a:solidFill>
                <a:srgbClr val="000000"/>
              </a:solidFill>
              <a:effectLst/>
              <a:uFillTx/>
              <a:latin typeface="Times New Roman"/>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PlaceHolder 1"/>
          <p:cNvSpPr>
            <a:spLocks noGrp="1" noRot="1" noChangeAspect="1"/>
          </p:cNvSpPr>
          <p:nvPr>
            <p:ph type="sldImg"/>
          </p:nvPr>
        </p:nvSpPr>
        <p:spPr>
          <a:xfrm>
            <a:off x="1143000" y="685800"/>
            <a:ext cx="4572000" cy="3429000"/>
          </a:xfrm>
          <a:prstGeom prst="rect">
            <a:avLst/>
          </a:prstGeom>
          <a:ln w="0">
            <a:noFill/>
          </a:ln>
        </p:spPr>
      </p:sp>
      <p:sp>
        <p:nvSpPr>
          <p:cNvPr id="140"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lstStyle/>
          <a:p>
            <a:pPr indent="0" algn="l">
              <a:buNone/>
            </a:pPr>
            <a:endParaRPr lang="en-US" sz="1200" b="0" u="none" strike="noStrike">
              <a:solidFill>
                <a:schemeClr val="dk1"/>
              </a:solidFill>
              <a:effectLst/>
              <a:uFillTx/>
              <a:latin typeface="Calibri"/>
            </a:endParaRPr>
          </a:p>
        </p:txBody>
      </p:sp>
      <p:sp>
        <p:nvSpPr>
          <p:cNvPr id="141" name="PlaceHolder 3"/>
          <p:cNvSpPr>
            <a:spLocks noGrp="1"/>
          </p:cNvSpPr>
          <p:nvPr>
            <p:ph type="sldNum" idx="16"/>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400" b="0" u="none" strike="noStrike">
                <a:solidFill>
                  <a:srgbClr val="000000"/>
                </a:solidFill>
                <a:effectLst/>
                <a:uFillTx/>
                <a:latin typeface="Times New Roman"/>
              </a:defRPr>
            </a:lvl1pPr>
          </a:lstStyle>
          <a:p>
            <a:pPr indent="0" algn="r">
              <a:lnSpc>
                <a:spcPct val="100000"/>
              </a:lnSpc>
              <a:buNone/>
              <a:tabLst>
                <a:tab pos="0" algn="l"/>
              </a:tabLst>
            </a:pPr>
            <a:fld id="{B7AC74AC-F0A4-4D09-97F9-C2BC2873B866}" type="slidenum">
              <a:rPr lang="en-US" sz="1400" b="0" u="none" strike="noStrike">
                <a:solidFill>
                  <a:srgbClr val="000000"/>
                </a:solidFill>
                <a:effectLst/>
                <a:uFillTx/>
                <a:latin typeface="Times New Roman"/>
              </a:rPr>
              <a:t>18</a:t>
            </a:fld>
            <a:endParaRPr lang="en-US" sz="1400" b="0" u="none" strike="noStrike">
              <a:solidFill>
                <a:srgbClr val="000000"/>
              </a:solidFill>
              <a:effectLst/>
              <a:uFillTx/>
              <a:latin typeface="Times New Roman"/>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 name="PlaceHolder 1"/>
          <p:cNvSpPr>
            <a:spLocks noGrp="1" noRot="1" noChangeAspect="1"/>
          </p:cNvSpPr>
          <p:nvPr>
            <p:ph type="sldImg"/>
          </p:nvPr>
        </p:nvSpPr>
        <p:spPr>
          <a:xfrm>
            <a:off x="1143000" y="685800"/>
            <a:ext cx="4572000" cy="3429000"/>
          </a:xfrm>
          <a:prstGeom prst="rect">
            <a:avLst/>
          </a:prstGeom>
          <a:ln w="0">
            <a:noFill/>
          </a:ln>
        </p:spPr>
      </p:sp>
      <p:sp>
        <p:nvSpPr>
          <p:cNvPr id="143"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lstStyle/>
          <a:p>
            <a:pPr indent="0" algn="l">
              <a:buNone/>
            </a:pPr>
            <a:endParaRPr lang="en-US" sz="1200" b="0" u="none" strike="noStrike">
              <a:solidFill>
                <a:schemeClr val="dk1"/>
              </a:solidFill>
              <a:effectLst/>
              <a:uFillTx/>
              <a:latin typeface="Calibri"/>
            </a:endParaRPr>
          </a:p>
        </p:txBody>
      </p:sp>
      <p:sp>
        <p:nvSpPr>
          <p:cNvPr id="144" name="PlaceHolder 3"/>
          <p:cNvSpPr>
            <a:spLocks noGrp="1"/>
          </p:cNvSpPr>
          <p:nvPr>
            <p:ph type="sldNum" idx="17"/>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400" b="0" u="none" strike="noStrike">
                <a:solidFill>
                  <a:srgbClr val="000000"/>
                </a:solidFill>
                <a:effectLst/>
                <a:uFillTx/>
                <a:latin typeface="Times New Roman"/>
              </a:defRPr>
            </a:lvl1pPr>
          </a:lstStyle>
          <a:p>
            <a:pPr indent="0" algn="r">
              <a:lnSpc>
                <a:spcPct val="100000"/>
              </a:lnSpc>
              <a:buNone/>
              <a:tabLst>
                <a:tab pos="0" algn="l"/>
              </a:tabLst>
            </a:pPr>
            <a:fld id="{01285ED3-442E-4FA0-BC05-BA9E85669B6C}" type="slidenum">
              <a:rPr lang="en-US" sz="1400" b="0" u="none" strike="noStrike">
                <a:solidFill>
                  <a:srgbClr val="000000"/>
                </a:solidFill>
                <a:effectLst/>
                <a:uFillTx/>
                <a:latin typeface="Times New Roman"/>
              </a:rPr>
              <a:t>19</a:t>
            </a:fld>
            <a:endParaRPr lang="en-US" sz="1400" b="0" u="none" strike="noStrike">
              <a:solidFill>
                <a:srgbClr val="000000"/>
              </a:solidFill>
              <a:effectLst/>
              <a:uFillTx/>
              <a:latin typeface="Times New Roman"/>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p:bg>
      <p:bgPr>
        <a:solidFill>
          <a:schemeClr val="lt1"/>
        </a:solidFill>
        <a:effectLst/>
      </p:bgPr>
    </p:bg>
    <p:spTree>
      <p:nvGrpSpPr>
        <p:cNvPr id="1" name=""/>
        <p:cNvGrpSpPr/>
        <p:nvPr/>
      </p:nvGrpSpPr>
      <p:grpSpPr>
        <a:xfrm>
          <a:off x="0" y="0"/>
          <a:ext cx="0" cy="0"/>
          <a:chOff x="0" y="0"/>
          <a:chExt cx="0" cy="0"/>
        </a:xfrm>
      </p:grpSpPr>
      <p:sp>
        <p:nvSpPr>
          <p:cNvPr id="2" name="Google Shape;15;p17"/>
          <p:cNvSpPr/>
          <p:nvPr/>
        </p:nvSpPr>
        <p:spPr>
          <a:xfrm>
            <a:off x="0" y="0"/>
            <a:ext cx="9143640" cy="837720"/>
          </a:xfrm>
          <a:prstGeom prst="rect">
            <a:avLst/>
          </a:prstGeom>
          <a:solidFill>
            <a:srgbClr val="FF3300"/>
          </a:solidFill>
          <a:ln w="0">
            <a:noFill/>
          </a:ln>
        </p:spPr>
        <p:style>
          <a:lnRef idx="0">
            <a:scrgbClr r="0" g="0" b="0"/>
          </a:lnRef>
          <a:fillRef idx="0">
            <a:scrgbClr r="0" g="0" b="0"/>
          </a:fillRef>
          <a:effectRef idx="0">
            <a:scrgbClr r="0" g="0" b="0"/>
          </a:effectRef>
          <a:fontRef idx="minor"/>
        </p:style>
        <p:txBody>
          <a:bodyPr anchor="ctr">
            <a:noAutofit/>
          </a:bodyPr>
          <a:lstStyle/>
          <a:p>
            <a:endParaRPr lang="en-US" sz="1800" b="0" u="none" strike="noStrike">
              <a:solidFill>
                <a:schemeClr val="dk1"/>
              </a:solidFill>
              <a:effectLst/>
              <a:uFillTx/>
              <a:latin typeface="Calibri"/>
            </a:endParaRPr>
          </a:p>
        </p:txBody>
      </p:sp>
      <p:sp>
        <p:nvSpPr>
          <p:cNvPr id="3" name="Google Shape;16;p17"/>
          <p:cNvSpPr/>
          <p:nvPr/>
        </p:nvSpPr>
        <p:spPr>
          <a:xfrm rot="10800000" flipH="1">
            <a:off x="-360" y="6706080"/>
            <a:ext cx="9143640" cy="197640"/>
          </a:xfrm>
          <a:prstGeom prst="rect">
            <a:avLst/>
          </a:prstGeom>
          <a:solidFill>
            <a:srgbClr val="FF0000"/>
          </a:solidFill>
          <a:ln w="0">
            <a:noFill/>
          </a:ln>
        </p:spPr>
        <p:style>
          <a:lnRef idx="0">
            <a:scrgbClr r="0" g="0" b="0"/>
          </a:lnRef>
          <a:fillRef idx="0">
            <a:scrgbClr r="0" g="0" b="0"/>
          </a:fillRef>
          <a:effectRef idx="0">
            <a:scrgbClr r="0" g="0" b="0"/>
          </a:effectRef>
          <a:fontRef idx="minor"/>
        </p:style>
        <p:txBody>
          <a:bodyPr anchor="ctr">
            <a:noAutofit/>
          </a:bodyPr>
          <a:lstStyle/>
          <a:p>
            <a:endParaRPr lang="en-US" sz="1800" b="0" u="none" strike="noStrike">
              <a:solidFill>
                <a:schemeClr val="dk1"/>
              </a:solidFill>
              <a:effectLst/>
              <a:uFillTx/>
              <a:latin typeface="Calibri"/>
            </a:endParaRPr>
          </a:p>
        </p:txBody>
      </p:sp>
      <p:pic>
        <p:nvPicPr>
          <p:cNvPr id="4" name="Google Shape;17;p17" descr="LOGO.gif"/>
          <p:cNvPicPr/>
          <p:nvPr/>
        </p:nvPicPr>
        <p:blipFill>
          <a:blip r:embed="rId2"/>
          <a:srcRect b="10718"/>
          <a:stretch/>
        </p:blipFill>
        <p:spPr>
          <a:xfrm>
            <a:off x="6553080" y="228600"/>
            <a:ext cx="2057040" cy="634680"/>
          </a:xfrm>
          <a:prstGeom prst="rect">
            <a:avLst/>
          </a:prstGeom>
          <a:noFill/>
          <a:ln w="0">
            <a:noFill/>
          </a:ln>
        </p:spPr>
      </p:pic>
      <p:pic>
        <p:nvPicPr>
          <p:cNvPr id="5" name="Google Shape;18;p17" descr="LOGO.gif"/>
          <p:cNvPicPr/>
          <p:nvPr/>
        </p:nvPicPr>
        <p:blipFill>
          <a:blip r:embed="rId2"/>
          <a:srcRect b="10718"/>
          <a:stretch/>
        </p:blipFill>
        <p:spPr>
          <a:xfrm>
            <a:off x="6553080" y="228600"/>
            <a:ext cx="2057040" cy="634680"/>
          </a:xfrm>
          <a:prstGeom prst="rect">
            <a:avLst/>
          </a:prstGeom>
          <a:noFill/>
          <a:ln w="0">
            <a:noFill/>
          </a:ln>
        </p:spPr>
      </p:pic>
      <p:grpSp>
        <p:nvGrpSpPr>
          <p:cNvPr id="6" name="Google Shape;19;p17"/>
          <p:cNvGrpSpPr/>
          <p:nvPr/>
        </p:nvGrpSpPr>
        <p:grpSpPr>
          <a:xfrm>
            <a:off x="6146640" y="0"/>
            <a:ext cx="2997000" cy="875880"/>
            <a:chOff x="6146640" y="0"/>
            <a:chExt cx="2997000" cy="875880"/>
          </a:xfrm>
        </p:grpSpPr>
        <p:sp>
          <p:nvSpPr>
            <p:cNvPr id="7" name="Google Shape;20;p17"/>
            <p:cNvSpPr/>
            <p:nvPr/>
          </p:nvSpPr>
          <p:spPr>
            <a:xfrm>
              <a:off x="6146640" y="0"/>
              <a:ext cx="2997000" cy="837720"/>
            </a:xfrm>
            <a:prstGeom prst="rect">
              <a:avLst/>
            </a:prstGeom>
            <a:solidFill>
              <a:srgbClr val="FF3300"/>
            </a:solidFill>
            <a:ln w="0">
              <a:noFill/>
            </a:ln>
          </p:spPr>
          <p:style>
            <a:lnRef idx="0">
              <a:scrgbClr r="0" g="0" b="0"/>
            </a:lnRef>
            <a:fillRef idx="0">
              <a:scrgbClr r="0" g="0" b="0"/>
            </a:fillRef>
            <a:effectRef idx="0">
              <a:scrgbClr r="0" g="0" b="0"/>
            </a:effectRef>
            <a:fontRef idx="minor"/>
          </p:style>
          <p:txBody>
            <a:bodyPr anchor="ctr">
              <a:noAutofit/>
            </a:bodyPr>
            <a:lstStyle/>
            <a:p>
              <a:endParaRPr lang="en-US" sz="1800" b="0" u="none" strike="noStrike">
                <a:solidFill>
                  <a:schemeClr val="dk1"/>
                </a:solidFill>
                <a:effectLst/>
                <a:uFillTx/>
                <a:latin typeface="Calibri"/>
              </a:endParaRPr>
            </a:p>
          </p:txBody>
        </p:sp>
        <p:pic>
          <p:nvPicPr>
            <p:cNvPr id="8" name="Google Shape;21;p17" descr="LOGO.gif"/>
            <p:cNvPicPr/>
            <p:nvPr/>
          </p:nvPicPr>
          <p:blipFill>
            <a:blip r:embed="rId2"/>
            <a:srcRect b="10718"/>
            <a:stretch/>
          </p:blipFill>
          <p:spPr>
            <a:xfrm>
              <a:off x="6553080" y="228600"/>
              <a:ext cx="2057040" cy="634680"/>
            </a:xfrm>
            <a:prstGeom prst="rect">
              <a:avLst/>
            </a:prstGeom>
            <a:noFill/>
            <a:ln w="0">
              <a:noFill/>
            </a:ln>
          </p:spPr>
        </p:pic>
        <p:sp>
          <p:nvSpPr>
            <p:cNvPr id="9" name="Google Shape;22;p17"/>
            <p:cNvSpPr/>
            <p:nvPr/>
          </p:nvSpPr>
          <p:spPr>
            <a:xfrm>
              <a:off x="6527880" y="190440"/>
              <a:ext cx="2076120" cy="685440"/>
            </a:xfrm>
            <a:prstGeom prst="rect">
              <a:avLst/>
            </a:prstGeom>
            <a:solidFill>
              <a:schemeClr val="lt1"/>
            </a:solidFill>
            <a:ln w="0">
              <a:noFill/>
            </a:ln>
          </p:spPr>
          <p:style>
            <a:lnRef idx="0">
              <a:scrgbClr r="0" g="0" b="0"/>
            </a:lnRef>
            <a:fillRef idx="0">
              <a:scrgbClr r="0" g="0" b="0"/>
            </a:fillRef>
            <a:effectRef idx="0">
              <a:scrgbClr r="0" g="0" b="0"/>
            </a:effectRef>
            <a:fontRef idx="minor"/>
          </p:style>
          <p:txBody>
            <a:bodyPr anchor="ctr">
              <a:noAutofit/>
            </a:bodyPr>
            <a:lstStyle/>
            <a:p>
              <a:endParaRPr lang="en-US" sz="1800" b="0" u="none" strike="noStrike">
                <a:solidFill>
                  <a:schemeClr val="lt1"/>
                </a:solidFill>
                <a:effectLst/>
                <a:uFillTx/>
                <a:latin typeface="Calibri"/>
              </a:endParaRPr>
            </a:p>
          </p:txBody>
        </p:sp>
      </p:grpSp>
      <p:pic>
        <p:nvPicPr>
          <p:cNvPr id="10" name="Google Shape;23;p17" descr="logo.jpg"/>
          <p:cNvPicPr/>
          <p:nvPr/>
        </p:nvPicPr>
        <p:blipFill>
          <a:blip r:embed="rId3"/>
          <a:stretch/>
        </p:blipFill>
        <p:spPr>
          <a:xfrm>
            <a:off x="6553080" y="228600"/>
            <a:ext cx="1920600" cy="609120"/>
          </a:xfrm>
          <a:prstGeom prst="rect">
            <a:avLst/>
          </a:prstGeom>
          <a:noFill/>
          <a:ln w="0">
            <a:noFill/>
          </a:ln>
        </p:spPr>
      </p:pic>
      <p:sp>
        <p:nvSpPr>
          <p:cNvPr id="11" name="PlaceHolder 1"/>
          <p:cNvSpPr>
            <a:spLocks noGrp="1"/>
          </p:cNvSpPr>
          <p:nvPr>
            <p:ph type="title"/>
          </p:nvPr>
        </p:nvSpPr>
        <p:spPr>
          <a:xfrm>
            <a:off x="0" y="0"/>
            <a:ext cx="5486040" cy="914040"/>
          </a:xfrm>
          <a:prstGeom prst="rect">
            <a:avLst/>
          </a:prstGeom>
          <a:noFill/>
          <a:ln w="0">
            <a:noFill/>
          </a:ln>
        </p:spPr>
        <p:txBody>
          <a:bodyPr lIns="91440" tIns="45720" rIns="91440" bIns="45720" anchor="ctr">
            <a:noAutofit/>
          </a:bodyPr>
          <a:lstStyle>
            <a:lvl1pPr indent="0" algn="l">
              <a:buNone/>
              <a:defRPr lang="en-US" sz="3200" b="0" u="none" strike="noStrike">
                <a:solidFill>
                  <a:srgbClr val="000000"/>
                </a:solidFill>
                <a:effectLst/>
                <a:uFillTx/>
                <a:latin typeface="Arial"/>
              </a:defRPr>
            </a:lvl1pPr>
          </a:lstStyle>
          <a:p>
            <a:pPr indent="0" algn="l">
              <a:buNone/>
            </a:pPr>
            <a:r>
              <a:rPr lang="en-US" sz="3200" b="0" u="none" strike="noStrike">
                <a:solidFill>
                  <a:srgbClr val="000000"/>
                </a:solidFill>
                <a:effectLst/>
                <a:uFillTx/>
                <a:latin typeface="Arial"/>
              </a:rPr>
              <a:t>Click to edit the title text format</a:t>
            </a:r>
          </a:p>
        </p:txBody>
      </p:sp>
      <p:sp>
        <p:nvSpPr>
          <p:cNvPr id="12" name="PlaceHolder 2"/>
          <p:cNvSpPr>
            <a:spLocks noGrp="1"/>
          </p:cNvSpPr>
          <p:nvPr>
            <p:ph type="dt" idx="1"/>
          </p:nvPr>
        </p:nvSpPr>
        <p:spPr>
          <a:xfrm>
            <a:off x="457200" y="6356520"/>
            <a:ext cx="2133360" cy="36468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&lt;date/time&gt;</a:t>
            </a:r>
          </a:p>
        </p:txBody>
      </p:sp>
      <p:sp>
        <p:nvSpPr>
          <p:cNvPr id="13" name="PlaceHolder 3"/>
          <p:cNvSpPr>
            <a:spLocks noGrp="1"/>
          </p:cNvSpPr>
          <p:nvPr>
            <p:ph type="ftr" idx="2"/>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14" name="PlaceHolder 4"/>
          <p:cNvSpPr>
            <a:spLocks noGrp="1"/>
          </p:cNvSpPr>
          <p:nvPr>
            <p:ph type="sldNum" idx="3"/>
          </p:nvPr>
        </p:nvSpPr>
        <p:spPr>
          <a:xfrm>
            <a:off x="6553080" y="6356520"/>
            <a:ext cx="2133360" cy="364680"/>
          </a:xfrm>
          <a:prstGeom prst="rect">
            <a:avLst/>
          </a:prstGeom>
          <a:noFill/>
          <a:ln w="0">
            <a:noFill/>
          </a:ln>
        </p:spPr>
        <p:txBody>
          <a:bodyPr lIns="91440" tIns="45720" rIns="91440" bIns="45720" anchor="ctr">
            <a:noAutofit/>
          </a:bodyPr>
          <a:lstStyle>
            <a:lvl1pPr indent="0" algn="r">
              <a:lnSpc>
                <a:spcPct val="100000"/>
              </a:lnSpc>
              <a:buNone/>
              <a:tabLst>
                <a:tab pos="0" algn="l"/>
              </a:tabLst>
              <a:defRPr lang="en-US" sz="1200" b="1" u="none" strike="noStrike">
                <a:solidFill>
                  <a:srgbClr val="0070C0"/>
                </a:solidFill>
                <a:effectLst/>
                <a:uFillTx/>
                <a:latin typeface="Times New Roman"/>
                <a:ea typeface="Times New Roman"/>
              </a:defRPr>
            </a:lvl1pPr>
          </a:lstStyle>
          <a:p>
            <a:pPr indent="0" algn="r">
              <a:lnSpc>
                <a:spcPct val="100000"/>
              </a:lnSpc>
              <a:buNone/>
              <a:tabLst>
                <a:tab pos="0" algn="l"/>
              </a:tabLst>
            </a:pPr>
            <a:fld id="{19D1E1BC-E816-4F66-B062-4BB33812D5DC}" type="slidenum">
              <a:rPr lang="en-US" sz="1200" b="1" u="none" strike="noStrike">
                <a:solidFill>
                  <a:srgbClr val="0070C0"/>
                </a:solidFill>
                <a:effectLst/>
                <a:uFillTx/>
                <a:latin typeface="Times New Roman"/>
                <a:ea typeface="Times New Roman"/>
              </a:rPr>
              <a:t>‹#›</a:t>
            </a:fld>
            <a:endParaRPr lang="en-US" sz="1200" b="0" u="none" strike="noStrike">
              <a:solidFill>
                <a:srgbClr val="000000"/>
              </a:solidFill>
              <a:effectLst/>
              <a:uFillTx/>
              <a:latin typeface="Times New Roman"/>
            </a:endParaRPr>
          </a:p>
        </p:txBody>
      </p:sp>
      <p:sp>
        <p:nvSpPr>
          <p:cNvPr id="15" name="PlaceHolder 5"/>
          <p:cNvSpPr>
            <a:spLocks noGrp="1"/>
          </p:cNvSpPr>
          <p:nvPr>
            <p:ph type="body"/>
          </p:nvPr>
        </p:nvSpPr>
        <p:spPr>
          <a:xfrm>
            <a:off x="457200" y="1604520"/>
            <a:ext cx="8229240" cy="3977280"/>
          </a:xfrm>
          <a:prstGeom prst="rect">
            <a:avLst/>
          </a:prstGeom>
          <a:noFill/>
          <a:ln w="0">
            <a:noFill/>
          </a:ln>
        </p:spPr>
        <p:txBody>
          <a:bodyPr lIns="0" tIns="0" rIns="0" bIns="0" anchor="t">
            <a:normAutofit/>
          </a:bodyPr>
          <a:lstStyle>
            <a:lvl1pPr algn="l">
              <a:spcBef>
                <a:spcPts val="1417"/>
              </a:spcBef>
              <a:buClr>
                <a:srgbClr val="000000"/>
              </a:buClr>
              <a:buSzPct val="45000"/>
              <a:buFont typeface="Wingdings" charset="2"/>
              <a:buChar char=""/>
              <a:defRPr lang="en-US" sz="14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en-US" sz="14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en-US" sz="14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en-US" sz="14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en-US" sz="20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en-US" sz="20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en-US" sz="2000" b="0" u="none" strike="noStrike">
                <a:solidFill>
                  <a:srgbClr val="000000"/>
                </a:solidFill>
                <a:effectLst/>
                <a:uFillTx/>
                <a:latin typeface="Arial"/>
              </a:defRPr>
            </a:lvl7pPr>
          </a:lstStyle>
          <a:p>
            <a:pPr marL="432000" indent="-324000" algn="l">
              <a:spcBef>
                <a:spcPts val="1417"/>
              </a:spcBef>
              <a:buClr>
                <a:srgbClr val="000000"/>
              </a:buClr>
              <a:buSzPct val="45000"/>
              <a:buFont typeface="Wingdings" charset="2"/>
              <a:buChar char=""/>
            </a:pPr>
            <a:r>
              <a:rPr lang="en-US" sz="1400" b="0" u="none" strike="noStrike">
                <a:solidFill>
                  <a:srgbClr val="000000"/>
                </a:solidFill>
                <a:effectLst/>
                <a:uFillTx/>
                <a:latin typeface="Arial"/>
              </a:rPr>
              <a:t>Click to edit the outline text format</a:t>
            </a:r>
          </a:p>
          <a:p>
            <a:pPr marL="864000" lvl="1" indent="-324000" algn="l">
              <a:spcBef>
                <a:spcPts val="1134"/>
              </a:spcBef>
              <a:buClr>
                <a:srgbClr val="000000"/>
              </a:buClr>
              <a:buSzPct val="75000"/>
              <a:buFont typeface="Symbol" charset="2"/>
              <a:buChar char=""/>
            </a:pPr>
            <a:r>
              <a:rPr lang="en-US" sz="1400" b="0" u="none" strike="noStrike">
                <a:solidFill>
                  <a:srgbClr val="000000"/>
                </a:solidFill>
                <a:effectLst/>
                <a:uFillTx/>
                <a:latin typeface="Arial"/>
              </a:rPr>
              <a:t>Second Outline Level</a:t>
            </a:r>
          </a:p>
          <a:p>
            <a:pPr marL="1296000" lvl="2" indent="-288000" algn="l">
              <a:spcBef>
                <a:spcPts val="850"/>
              </a:spcBef>
              <a:buClr>
                <a:srgbClr val="000000"/>
              </a:buClr>
              <a:buSzPct val="45000"/>
              <a:buFont typeface="Wingdings" charset="2"/>
              <a:buChar char=""/>
            </a:pPr>
            <a:r>
              <a:rPr lang="en-US" sz="1400" b="0" u="none" strike="noStrike">
                <a:solidFill>
                  <a:srgbClr val="000000"/>
                </a:solidFill>
                <a:effectLst/>
                <a:uFillTx/>
                <a:latin typeface="Arial"/>
              </a:rPr>
              <a:t>Third Outline Level</a:t>
            </a:r>
          </a:p>
          <a:p>
            <a:pPr marL="1728000" lvl="3" indent="-216000" algn="l">
              <a:spcBef>
                <a:spcPts val="567"/>
              </a:spcBef>
              <a:buClr>
                <a:srgbClr val="000000"/>
              </a:buClr>
              <a:buSzPct val="75000"/>
              <a:buFont typeface="Symbol" charset="2"/>
              <a:buChar char=""/>
            </a:pPr>
            <a:r>
              <a:rPr lang="en-US" sz="1400" b="0" u="none" strike="noStrike">
                <a:solidFill>
                  <a:srgbClr val="000000"/>
                </a:solidFill>
                <a:effectLst/>
                <a:uFillTx/>
                <a:latin typeface="Arial"/>
              </a:rPr>
              <a:t>Fourth Outline Level</a:t>
            </a:r>
          </a:p>
          <a:p>
            <a:pPr marL="2160000" lvl="4" indent="-216000" algn="l">
              <a:spcBef>
                <a:spcPts val="283"/>
              </a:spcBef>
              <a:buClr>
                <a:srgbClr val="000000"/>
              </a:buClr>
              <a:buSzPct val="45000"/>
              <a:buFont typeface="Wingdings" charset="2"/>
              <a:buChar char=""/>
            </a:pPr>
            <a:r>
              <a:rPr lang="en-US" sz="2000" b="0" u="none" strike="noStrike">
                <a:solidFill>
                  <a:srgbClr val="000000"/>
                </a:solidFill>
                <a:effectLst/>
                <a:uFillTx/>
                <a:latin typeface="Arial"/>
              </a:rPr>
              <a:t>Fifth Outline Level</a:t>
            </a:r>
          </a:p>
          <a:p>
            <a:pPr marL="2592000" lvl="5" indent="-216000" algn="l">
              <a:spcBef>
                <a:spcPts val="283"/>
              </a:spcBef>
              <a:buClr>
                <a:srgbClr val="000000"/>
              </a:buClr>
              <a:buSzPct val="45000"/>
              <a:buFont typeface="Wingdings" charset="2"/>
              <a:buChar char=""/>
            </a:pPr>
            <a:r>
              <a:rPr lang="en-US" sz="2000" b="0" u="none" strike="noStrike">
                <a:solidFill>
                  <a:srgbClr val="000000"/>
                </a:solidFill>
                <a:effectLst/>
                <a:uFillTx/>
                <a:latin typeface="Arial"/>
              </a:rPr>
              <a:t>Sixth Outline Level</a:t>
            </a:r>
          </a:p>
          <a:p>
            <a:pPr marL="3024000" lvl="6" indent="-216000" algn="l">
              <a:spcBef>
                <a:spcPts val="283"/>
              </a:spcBef>
              <a:buClr>
                <a:srgbClr val="000000"/>
              </a:buClr>
              <a:buSzPct val="45000"/>
              <a:buFont typeface="Wingdings" charset="2"/>
              <a:buChar char=""/>
            </a:pPr>
            <a:r>
              <a:rPr lang="en-US" sz="2000" b="0" u="none" strike="noStrike">
                <a:solidFill>
                  <a:srgbClr val="000000"/>
                </a:solidFill>
                <a:effectLst/>
                <a:uFillTx/>
                <a:latin typeface="Arial"/>
              </a:rPr>
              <a:t>Seventh Outline Level</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OBJECT">
    <p:bg>
      <p:bgPr>
        <a:solidFill>
          <a:schemeClr val="lt1"/>
        </a:solidFill>
        <a:effectLst/>
      </p:bgPr>
    </p:bg>
    <p:spTree>
      <p:nvGrpSpPr>
        <p:cNvPr id="1" name=""/>
        <p:cNvGrpSpPr/>
        <p:nvPr/>
      </p:nvGrpSpPr>
      <p:grpSpPr>
        <a:xfrm>
          <a:off x="0" y="0"/>
          <a:ext cx="0" cy="0"/>
          <a:chOff x="0" y="0"/>
          <a:chExt cx="0" cy="0"/>
        </a:xfrm>
      </p:grpSpPr>
      <p:sp>
        <p:nvSpPr>
          <p:cNvPr id="16" name="Google Shape;15;p17"/>
          <p:cNvSpPr/>
          <p:nvPr/>
        </p:nvSpPr>
        <p:spPr>
          <a:xfrm>
            <a:off x="0" y="0"/>
            <a:ext cx="9143640" cy="837720"/>
          </a:xfrm>
          <a:prstGeom prst="rect">
            <a:avLst/>
          </a:prstGeom>
          <a:solidFill>
            <a:srgbClr val="FF3300"/>
          </a:solidFill>
          <a:ln w="0">
            <a:noFill/>
          </a:ln>
        </p:spPr>
        <p:style>
          <a:lnRef idx="0">
            <a:scrgbClr r="0" g="0" b="0"/>
          </a:lnRef>
          <a:fillRef idx="0">
            <a:scrgbClr r="0" g="0" b="0"/>
          </a:fillRef>
          <a:effectRef idx="0">
            <a:scrgbClr r="0" g="0" b="0"/>
          </a:effectRef>
          <a:fontRef idx="minor"/>
        </p:style>
        <p:txBody>
          <a:bodyPr anchor="ctr">
            <a:noAutofit/>
          </a:bodyPr>
          <a:lstStyle/>
          <a:p>
            <a:endParaRPr lang="en-US" sz="1800" b="0" u="none" strike="noStrike">
              <a:solidFill>
                <a:schemeClr val="dk1"/>
              </a:solidFill>
              <a:effectLst/>
              <a:uFillTx/>
              <a:latin typeface="Calibri"/>
            </a:endParaRPr>
          </a:p>
        </p:txBody>
      </p:sp>
      <p:sp>
        <p:nvSpPr>
          <p:cNvPr id="17" name="Google Shape;16;p17"/>
          <p:cNvSpPr/>
          <p:nvPr/>
        </p:nvSpPr>
        <p:spPr>
          <a:xfrm rot="10800000" flipH="1">
            <a:off x="-360" y="6706080"/>
            <a:ext cx="9143640" cy="197640"/>
          </a:xfrm>
          <a:prstGeom prst="rect">
            <a:avLst/>
          </a:prstGeom>
          <a:solidFill>
            <a:srgbClr val="FF0000"/>
          </a:solidFill>
          <a:ln w="0">
            <a:noFill/>
          </a:ln>
        </p:spPr>
        <p:style>
          <a:lnRef idx="0">
            <a:scrgbClr r="0" g="0" b="0"/>
          </a:lnRef>
          <a:fillRef idx="0">
            <a:scrgbClr r="0" g="0" b="0"/>
          </a:fillRef>
          <a:effectRef idx="0">
            <a:scrgbClr r="0" g="0" b="0"/>
          </a:effectRef>
          <a:fontRef idx="minor"/>
        </p:style>
        <p:txBody>
          <a:bodyPr anchor="ctr">
            <a:noAutofit/>
          </a:bodyPr>
          <a:lstStyle/>
          <a:p>
            <a:endParaRPr lang="en-US" sz="1800" b="0" u="none" strike="noStrike">
              <a:solidFill>
                <a:schemeClr val="dk1"/>
              </a:solidFill>
              <a:effectLst/>
              <a:uFillTx/>
              <a:latin typeface="Calibri"/>
            </a:endParaRPr>
          </a:p>
        </p:txBody>
      </p:sp>
      <p:pic>
        <p:nvPicPr>
          <p:cNvPr id="18" name="Google Shape;17;p17" descr="LOGO.gif"/>
          <p:cNvPicPr/>
          <p:nvPr/>
        </p:nvPicPr>
        <p:blipFill>
          <a:blip r:embed="rId2"/>
          <a:srcRect b="10718"/>
          <a:stretch/>
        </p:blipFill>
        <p:spPr>
          <a:xfrm>
            <a:off x="6553080" y="228600"/>
            <a:ext cx="2057040" cy="634680"/>
          </a:xfrm>
          <a:prstGeom prst="rect">
            <a:avLst/>
          </a:prstGeom>
          <a:noFill/>
          <a:ln w="0">
            <a:noFill/>
          </a:ln>
        </p:spPr>
      </p:pic>
      <p:pic>
        <p:nvPicPr>
          <p:cNvPr id="19" name="Google Shape;18;p17" descr="LOGO.gif"/>
          <p:cNvPicPr/>
          <p:nvPr/>
        </p:nvPicPr>
        <p:blipFill>
          <a:blip r:embed="rId2"/>
          <a:srcRect b="10718"/>
          <a:stretch/>
        </p:blipFill>
        <p:spPr>
          <a:xfrm>
            <a:off x="6553080" y="228600"/>
            <a:ext cx="2057040" cy="634680"/>
          </a:xfrm>
          <a:prstGeom prst="rect">
            <a:avLst/>
          </a:prstGeom>
          <a:noFill/>
          <a:ln w="0">
            <a:noFill/>
          </a:ln>
        </p:spPr>
      </p:pic>
      <p:grpSp>
        <p:nvGrpSpPr>
          <p:cNvPr id="20" name="Google Shape;19;p17"/>
          <p:cNvGrpSpPr/>
          <p:nvPr/>
        </p:nvGrpSpPr>
        <p:grpSpPr>
          <a:xfrm>
            <a:off x="6146640" y="0"/>
            <a:ext cx="2997000" cy="875880"/>
            <a:chOff x="6146640" y="0"/>
            <a:chExt cx="2997000" cy="875880"/>
          </a:xfrm>
        </p:grpSpPr>
        <p:sp>
          <p:nvSpPr>
            <p:cNvPr id="21" name="Google Shape;20;p17"/>
            <p:cNvSpPr/>
            <p:nvPr/>
          </p:nvSpPr>
          <p:spPr>
            <a:xfrm>
              <a:off x="6146640" y="0"/>
              <a:ext cx="2997000" cy="837720"/>
            </a:xfrm>
            <a:prstGeom prst="rect">
              <a:avLst/>
            </a:prstGeom>
            <a:solidFill>
              <a:srgbClr val="FF3300"/>
            </a:solidFill>
            <a:ln w="0">
              <a:noFill/>
            </a:ln>
          </p:spPr>
          <p:style>
            <a:lnRef idx="0">
              <a:scrgbClr r="0" g="0" b="0"/>
            </a:lnRef>
            <a:fillRef idx="0">
              <a:scrgbClr r="0" g="0" b="0"/>
            </a:fillRef>
            <a:effectRef idx="0">
              <a:scrgbClr r="0" g="0" b="0"/>
            </a:effectRef>
            <a:fontRef idx="minor"/>
          </p:style>
          <p:txBody>
            <a:bodyPr anchor="ctr">
              <a:noAutofit/>
            </a:bodyPr>
            <a:lstStyle/>
            <a:p>
              <a:endParaRPr lang="en-US" sz="1800" b="0" u="none" strike="noStrike">
                <a:solidFill>
                  <a:schemeClr val="dk1"/>
                </a:solidFill>
                <a:effectLst/>
                <a:uFillTx/>
                <a:latin typeface="Calibri"/>
              </a:endParaRPr>
            </a:p>
          </p:txBody>
        </p:sp>
        <p:pic>
          <p:nvPicPr>
            <p:cNvPr id="22" name="Google Shape;21;p17" descr="LOGO.gif"/>
            <p:cNvPicPr/>
            <p:nvPr/>
          </p:nvPicPr>
          <p:blipFill>
            <a:blip r:embed="rId2"/>
            <a:srcRect b="10718"/>
            <a:stretch/>
          </p:blipFill>
          <p:spPr>
            <a:xfrm>
              <a:off x="6553080" y="228600"/>
              <a:ext cx="2057040" cy="634680"/>
            </a:xfrm>
            <a:prstGeom prst="rect">
              <a:avLst/>
            </a:prstGeom>
            <a:noFill/>
            <a:ln w="0">
              <a:noFill/>
            </a:ln>
          </p:spPr>
        </p:pic>
        <p:sp>
          <p:nvSpPr>
            <p:cNvPr id="23" name="Google Shape;22;p17"/>
            <p:cNvSpPr/>
            <p:nvPr/>
          </p:nvSpPr>
          <p:spPr>
            <a:xfrm>
              <a:off x="6527880" y="190440"/>
              <a:ext cx="2076120" cy="685440"/>
            </a:xfrm>
            <a:prstGeom prst="rect">
              <a:avLst/>
            </a:prstGeom>
            <a:solidFill>
              <a:schemeClr val="lt1"/>
            </a:solidFill>
            <a:ln w="0">
              <a:noFill/>
            </a:ln>
          </p:spPr>
          <p:style>
            <a:lnRef idx="0">
              <a:scrgbClr r="0" g="0" b="0"/>
            </a:lnRef>
            <a:fillRef idx="0">
              <a:scrgbClr r="0" g="0" b="0"/>
            </a:fillRef>
            <a:effectRef idx="0">
              <a:scrgbClr r="0" g="0" b="0"/>
            </a:effectRef>
            <a:fontRef idx="minor"/>
          </p:style>
          <p:txBody>
            <a:bodyPr anchor="ctr">
              <a:noAutofit/>
            </a:bodyPr>
            <a:lstStyle/>
            <a:p>
              <a:endParaRPr lang="en-US" sz="1800" b="0" u="none" strike="noStrike">
                <a:solidFill>
                  <a:schemeClr val="lt1"/>
                </a:solidFill>
                <a:effectLst/>
                <a:uFillTx/>
                <a:latin typeface="Calibri"/>
              </a:endParaRPr>
            </a:p>
          </p:txBody>
        </p:sp>
      </p:grpSp>
      <p:pic>
        <p:nvPicPr>
          <p:cNvPr id="24" name="Google Shape;23;p17" descr="logo.jpg"/>
          <p:cNvPicPr/>
          <p:nvPr/>
        </p:nvPicPr>
        <p:blipFill>
          <a:blip r:embed="rId3"/>
          <a:stretch/>
        </p:blipFill>
        <p:spPr>
          <a:xfrm>
            <a:off x="6553080" y="228600"/>
            <a:ext cx="1920600" cy="609120"/>
          </a:xfrm>
          <a:prstGeom prst="rect">
            <a:avLst/>
          </a:prstGeom>
          <a:noFill/>
          <a:ln w="0">
            <a:noFill/>
          </a:ln>
        </p:spPr>
      </p:pic>
      <p:pic>
        <p:nvPicPr>
          <p:cNvPr id="25" name="Google Shape;31;p19" descr="LOGO.gif"/>
          <p:cNvPicPr/>
          <p:nvPr/>
        </p:nvPicPr>
        <p:blipFill>
          <a:blip r:embed="rId2"/>
          <a:srcRect b="10718"/>
          <a:stretch/>
        </p:blipFill>
        <p:spPr>
          <a:xfrm>
            <a:off x="6553080" y="228600"/>
            <a:ext cx="2057040" cy="634680"/>
          </a:xfrm>
          <a:prstGeom prst="rect">
            <a:avLst/>
          </a:prstGeom>
          <a:noFill/>
          <a:ln w="0">
            <a:noFill/>
          </a:ln>
        </p:spPr>
      </p:pic>
      <p:grpSp>
        <p:nvGrpSpPr>
          <p:cNvPr id="26" name="Google Shape;32;p19"/>
          <p:cNvGrpSpPr/>
          <p:nvPr/>
        </p:nvGrpSpPr>
        <p:grpSpPr>
          <a:xfrm>
            <a:off x="6146640" y="0"/>
            <a:ext cx="2997000" cy="875880"/>
            <a:chOff x="6146640" y="0"/>
            <a:chExt cx="2997000" cy="875880"/>
          </a:xfrm>
        </p:grpSpPr>
        <p:sp>
          <p:nvSpPr>
            <p:cNvPr id="27" name="Google Shape;33;p19"/>
            <p:cNvSpPr/>
            <p:nvPr/>
          </p:nvSpPr>
          <p:spPr>
            <a:xfrm>
              <a:off x="6146640" y="0"/>
              <a:ext cx="2997000" cy="837720"/>
            </a:xfrm>
            <a:prstGeom prst="rect">
              <a:avLst/>
            </a:prstGeom>
            <a:solidFill>
              <a:srgbClr val="FF3300"/>
            </a:solidFill>
            <a:ln w="0">
              <a:noFill/>
            </a:ln>
          </p:spPr>
          <p:style>
            <a:lnRef idx="0">
              <a:scrgbClr r="0" g="0" b="0"/>
            </a:lnRef>
            <a:fillRef idx="0">
              <a:scrgbClr r="0" g="0" b="0"/>
            </a:fillRef>
            <a:effectRef idx="0">
              <a:scrgbClr r="0" g="0" b="0"/>
            </a:effectRef>
            <a:fontRef idx="minor"/>
          </p:style>
          <p:txBody>
            <a:bodyPr anchor="ctr">
              <a:noAutofit/>
            </a:bodyPr>
            <a:lstStyle/>
            <a:p>
              <a:endParaRPr lang="en-US" sz="1800" b="0" u="none" strike="noStrike">
                <a:solidFill>
                  <a:schemeClr val="dk1"/>
                </a:solidFill>
                <a:effectLst/>
                <a:uFillTx/>
                <a:latin typeface="Calibri"/>
              </a:endParaRPr>
            </a:p>
          </p:txBody>
        </p:sp>
        <p:pic>
          <p:nvPicPr>
            <p:cNvPr id="28" name="Google Shape;34;p19" descr="LOGO.gif"/>
            <p:cNvPicPr/>
            <p:nvPr/>
          </p:nvPicPr>
          <p:blipFill>
            <a:blip r:embed="rId2"/>
            <a:srcRect b="10718"/>
            <a:stretch/>
          </p:blipFill>
          <p:spPr>
            <a:xfrm>
              <a:off x="6553080" y="228600"/>
              <a:ext cx="2057040" cy="634680"/>
            </a:xfrm>
            <a:prstGeom prst="rect">
              <a:avLst/>
            </a:prstGeom>
            <a:noFill/>
            <a:ln w="0">
              <a:noFill/>
            </a:ln>
          </p:spPr>
        </p:pic>
        <p:sp>
          <p:nvSpPr>
            <p:cNvPr id="29" name="Google Shape;35;p19"/>
            <p:cNvSpPr/>
            <p:nvPr/>
          </p:nvSpPr>
          <p:spPr>
            <a:xfrm>
              <a:off x="6527880" y="190440"/>
              <a:ext cx="2076120" cy="685440"/>
            </a:xfrm>
            <a:prstGeom prst="rect">
              <a:avLst/>
            </a:prstGeom>
            <a:solidFill>
              <a:schemeClr val="lt1"/>
            </a:solidFill>
            <a:ln w="0">
              <a:noFill/>
            </a:ln>
          </p:spPr>
          <p:style>
            <a:lnRef idx="0">
              <a:scrgbClr r="0" g="0" b="0"/>
            </a:lnRef>
            <a:fillRef idx="0">
              <a:scrgbClr r="0" g="0" b="0"/>
            </a:fillRef>
            <a:effectRef idx="0">
              <a:scrgbClr r="0" g="0" b="0"/>
            </a:effectRef>
            <a:fontRef idx="minor"/>
          </p:style>
          <p:txBody>
            <a:bodyPr anchor="ctr">
              <a:noAutofit/>
            </a:bodyPr>
            <a:lstStyle/>
            <a:p>
              <a:endParaRPr lang="en-US" sz="1800" b="0" u="none" strike="noStrike">
                <a:solidFill>
                  <a:schemeClr val="lt1"/>
                </a:solidFill>
                <a:effectLst/>
                <a:uFillTx/>
                <a:latin typeface="Calibri"/>
              </a:endParaRPr>
            </a:p>
          </p:txBody>
        </p:sp>
      </p:grpSp>
      <p:pic>
        <p:nvPicPr>
          <p:cNvPr id="30" name="Google Shape;36;p19" descr="logo.jpg"/>
          <p:cNvPicPr/>
          <p:nvPr/>
        </p:nvPicPr>
        <p:blipFill>
          <a:blip r:embed="rId3"/>
          <a:stretch/>
        </p:blipFill>
        <p:spPr>
          <a:xfrm>
            <a:off x="6553080" y="228600"/>
            <a:ext cx="1920600" cy="609120"/>
          </a:xfrm>
          <a:prstGeom prst="rect">
            <a:avLst/>
          </a:prstGeom>
          <a:noFill/>
          <a:ln w="0">
            <a:noFill/>
          </a:ln>
        </p:spPr>
      </p:pic>
      <p:sp>
        <p:nvSpPr>
          <p:cNvPr id="31" name="PlaceHolder 1"/>
          <p:cNvSpPr>
            <a:spLocks noGrp="1"/>
          </p:cNvSpPr>
          <p:nvPr>
            <p:ph type="title"/>
          </p:nvPr>
        </p:nvSpPr>
        <p:spPr>
          <a:xfrm>
            <a:off x="0" y="0"/>
            <a:ext cx="6476760" cy="837720"/>
          </a:xfrm>
          <a:prstGeom prst="rect">
            <a:avLst/>
          </a:prstGeom>
          <a:noFill/>
          <a:ln w="0">
            <a:noFill/>
          </a:ln>
        </p:spPr>
        <p:txBody>
          <a:bodyPr lIns="91440" tIns="45720" rIns="91440" bIns="45720" anchor="ctr">
            <a:noAutofit/>
          </a:bodyPr>
          <a:lstStyle>
            <a:lvl1pPr indent="0" algn="l">
              <a:buNone/>
              <a:defRPr lang="en-US" sz="3200" b="0" u="none" strike="noStrike">
                <a:solidFill>
                  <a:srgbClr val="000000"/>
                </a:solidFill>
                <a:effectLst/>
                <a:uFillTx/>
                <a:latin typeface="Arial"/>
              </a:defRPr>
            </a:lvl1pPr>
          </a:lstStyle>
          <a:p>
            <a:pPr indent="0" algn="l">
              <a:buNone/>
            </a:pPr>
            <a:r>
              <a:rPr lang="en-US" sz="3200" b="0" u="none" strike="noStrike">
                <a:solidFill>
                  <a:srgbClr val="000000"/>
                </a:solidFill>
                <a:effectLst/>
                <a:uFillTx/>
                <a:latin typeface="Arial"/>
              </a:rPr>
              <a:t>Click to edit the title text format</a:t>
            </a:r>
          </a:p>
        </p:txBody>
      </p:sp>
      <p:sp>
        <p:nvSpPr>
          <p:cNvPr id="32" name="PlaceHolder 2"/>
          <p:cNvSpPr>
            <a:spLocks noGrp="1"/>
          </p:cNvSpPr>
          <p:nvPr>
            <p:ph type="body"/>
          </p:nvPr>
        </p:nvSpPr>
        <p:spPr>
          <a:xfrm>
            <a:off x="457200" y="1371600"/>
            <a:ext cx="8229240" cy="4525560"/>
          </a:xfrm>
          <a:prstGeom prst="rect">
            <a:avLst/>
          </a:prstGeom>
          <a:noFill/>
          <a:ln w="0">
            <a:noFill/>
          </a:ln>
        </p:spPr>
        <p:txBody>
          <a:bodyPr lIns="91440" tIns="45720" rIns="91440" bIns="45720" anchor="t">
            <a:noAutofit/>
          </a:bodyPr>
          <a:lstStyle>
            <a:lvl1pPr algn="l">
              <a:spcBef>
                <a:spcPts val="1417"/>
              </a:spcBef>
              <a:buClr>
                <a:srgbClr val="000000"/>
              </a:buClr>
              <a:buSzPct val="45000"/>
              <a:buFont typeface="Wingdings" charset="2"/>
              <a:buChar char=""/>
              <a:defRPr lang="en-US" sz="22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en-US" sz="22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en-US" sz="22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en-US" sz="22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en-US" sz="22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en-US" sz="22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en-US" sz="2200" b="0" u="none" strike="noStrike">
                <a:solidFill>
                  <a:srgbClr val="000000"/>
                </a:solidFill>
                <a:effectLst/>
                <a:uFillTx/>
                <a:latin typeface="Arial"/>
              </a:defRPr>
            </a:lvl7pPr>
          </a:lstStyle>
          <a:p>
            <a:pPr marL="457200" indent="-368280" algn="l">
              <a:spcBef>
                <a:spcPts val="1417"/>
              </a:spcBef>
              <a:buClr>
                <a:srgbClr val="000000"/>
              </a:buClr>
              <a:buSzPct val="45000"/>
              <a:buFont typeface="Wingdings" charset="2"/>
              <a:buChar char=""/>
            </a:pPr>
            <a:r>
              <a:rPr lang="en-US" sz="2200" b="0" u="none" strike="noStrike">
                <a:solidFill>
                  <a:srgbClr val="000000"/>
                </a:solidFill>
                <a:effectLst/>
                <a:uFillTx/>
                <a:latin typeface="Arial"/>
              </a:rPr>
              <a:t>Click to edit the outline text format</a:t>
            </a:r>
          </a:p>
          <a:p>
            <a:pPr marL="914400" lvl="1" indent="-368280" algn="l">
              <a:spcBef>
                <a:spcPts val="1134"/>
              </a:spcBef>
              <a:buClr>
                <a:srgbClr val="000000"/>
              </a:buClr>
              <a:buSzPct val="75000"/>
              <a:buFont typeface="Symbol" charset="2"/>
              <a:buChar char=""/>
            </a:pPr>
            <a:r>
              <a:rPr lang="en-US" sz="2200" b="0" u="none" strike="noStrike">
                <a:solidFill>
                  <a:srgbClr val="000000"/>
                </a:solidFill>
                <a:effectLst/>
                <a:uFillTx/>
                <a:latin typeface="Arial"/>
              </a:rPr>
              <a:t>Second Outline Level</a:t>
            </a:r>
          </a:p>
          <a:p>
            <a:pPr marL="1371600" lvl="2" indent="-368280" algn="l">
              <a:spcBef>
                <a:spcPts val="850"/>
              </a:spcBef>
              <a:buClr>
                <a:srgbClr val="000000"/>
              </a:buClr>
              <a:buSzPct val="45000"/>
              <a:buFont typeface="Wingdings" charset="2"/>
              <a:buChar char=""/>
            </a:pPr>
            <a:r>
              <a:rPr lang="en-US" sz="2200" b="0" u="none" strike="noStrike">
                <a:solidFill>
                  <a:srgbClr val="000000"/>
                </a:solidFill>
                <a:effectLst/>
                <a:uFillTx/>
                <a:latin typeface="Arial"/>
              </a:rPr>
              <a:t>Third Outline Level</a:t>
            </a:r>
          </a:p>
          <a:p>
            <a:pPr marL="1828800" lvl="3" indent="-368280" algn="l">
              <a:spcBef>
                <a:spcPts val="567"/>
              </a:spcBef>
              <a:buClr>
                <a:srgbClr val="000000"/>
              </a:buClr>
              <a:buSzPct val="75000"/>
              <a:buFont typeface="Symbol" charset="2"/>
              <a:buChar char=""/>
            </a:pPr>
            <a:r>
              <a:rPr lang="en-US" sz="2200" b="0" u="none" strike="noStrike">
                <a:solidFill>
                  <a:srgbClr val="000000"/>
                </a:solidFill>
                <a:effectLst/>
                <a:uFillTx/>
                <a:latin typeface="Arial"/>
              </a:rPr>
              <a:t>Fourth Outline Level</a:t>
            </a:r>
          </a:p>
          <a:p>
            <a:pPr marL="2286000" lvl="4" indent="-368280" algn="l">
              <a:spcBef>
                <a:spcPts val="283"/>
              </a:spcBef>
              <a:buClr>
                <a:srgbClr val="000000"/>
              </a:buClr>
              <a:buSzPct val="45000"/>
              <a:buFont typeface="Wingdings" charset="2"/>
              <a:buChar char=""/>
            </a:pPr>
            <a:r>
              <a:rPr lang="en-US" sz="2200" b="0" u="none" strike="noStrike">
                <a:solidFill>
                  <a:srgbClr val="000000"/>
                </a:solidFill>
                <a:effectLst/>
                <a:uFillTx/>
                <a:latin typeface="Arial"/>
              </a:rPr>
              <a:t>Fifth Outline Level</a:t>
            </a:r>
          </a:p>
          <a:p>
            <a:pPr marL="2743200" lvl="5" indent="-343080" algn="l">
              <a:spcBef>
                <a:spcPts val="283"/>
              </a:spcBef>
              <a:buClr>
                <a:srgbClr val="000000"/>
              </a:buClr>
              <a:buSzPct val="45000"/>
              <a:buFont typeface="Wingdings" charset="2"/>
              <a:buChar char=""/>
            </a:pPr>
            <a:r>
              <a:rPr lang="en-US" sz="2200" b="0" u="none" strike="noStrike">
                <a:solidFill>
                  <a:srgbClr val="000000"/>
                </a:solidFill>
                <a:effectLst/>
                <a:uFillTx/>
                <a:latin typeface="Arial"/>
              </a:rPr>
              <a:t>Sixth Outline Level</a:t>
            </a:r>
          </a:p>
          <a:p>
            <a:pPr marL="3200400" lvl="6" indent="-343080" algn="l">
              <a:spcBef>
                <a:spcPts val="283"/>
              </a:spcBef>
              <a:buClr>
                <a:srgbClr val="000000"/>
              </a:buClr>
              <a:buSzPct val="45000"/>
              <a:buFont typeface="Wingdings" charset="2"/>
              <a:buChar char=""/>
            </a:pPr>
            <a:r>
              <a:rPr lang="en-US" sz="2200" b="0" u="none" strike="noStrike">
                <a:solidFill>
                  <a:srgbClr val="000000"/>
                </a:solidFill>
                <a:effectLst/>
                <a:uFillTx/>
                <a:latin typeface="Arial"/>
              </a:rPr>
              <a:t>Seventh Outline Level</a:t>
            </a:r>
          </a:p>
        </p:txBody>
      </p:sp>
      <p:sp>
        <p:nvSpPr>
          <p:cNvPr id="33" name="PlaceHolder 3"/>
          <p:cNvSpPr>
            <a:spLocks noGrp="1"/>
          </p:cNvSpPr>
          <p:nvPr>
            <p:ph type="dt" idx="4"/>
          </p:nvPr>
        </p:nvSpPr>
        <p:spPr>
          <a:xfrm>
            <a:off x="457200" y="6356520"/>
            <a:ext cx="2133360" cy="36468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&lt;date/time&gt;</a:t>
            </a:r>
          </a:p>
        </p:txBody>
      </p:sp>
      <p:sp>
        <p:nvSpPr>
          <p:cNvPr id="34" name="PlaceHolder 4"/>
          <p:cNvSpPr>
            <a:spLocks noGrp="1"/>
          </p:cNvSpPr>
          <p:nvPr>
            <p:ph type="ftr" idx="5"/>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35" name="PlaceHolder 5"/>
          <p:cNvSpPr>
            <a:spLocks noGrp="1"/>
          </p:cNvSpPr>
          <p:nvPr>
            <p:ph type="sldNum" idx="6"/>
          </p:nvPr>
        </p:nvSpPr>
        <p:spPr>
          <a:xfrm>
            <a:off x="6553080" y="6356520"/>
            <a:ext cx="2133360" cy="364680"/>
          </a:xfrm>
          <a:prstGeom prst="rect">
            <a:avLst/>
          </a:prstGeom>
          <a:noFill/>
          <a:ln w="0">
            <a:noFill/>
          </a:ln>
        </p:spPr>
        <p:txBody>
          <a:bodyPr lIns="91440" tIns="45720" rIns="91440" bIns="45720" anchor="ctr">
            <a:noAutofit/>
          </a:bodyPr>
          <a:lstStyle>
            <a:lvl1pPr indent="0" algn="r">
              <a:lnSpc>
                <a:spcPct val="100000"/>
              </a:lnSpc>
              <a:buNone/>
              <a:tabLst>
                <a:tab pos="0" algn="l"/>
              </a:tabLst>
              <a:defRPr lang="en-US" sz="1200" b="1" u="none" strike="noStrike">
                <a:solidFill>
                  <a:srgbClr val="0070C0"/>
                </a:solidFill>
                <a:effectLst/>
                <a:uFillTx/>
                <a:latin typeface="Times New Roman"/>
                <a:ea typeface="Times New Roman"/>
              </a:defRPr>
            </a:lvl1pPr>
          </a:lstStyle>
          <a:p>
            <a:pPr indent="0" algn="r">
              <a:lnSpc>
                <a:spcPct val="100000"/>
              </a:lnSpc>
              <a:buNone/>
              <a:tabLst>
                <a:tab pos="0" algn="l"/>
              </a:tabLst>
            </a:pPr>
            <a:fld id="{550A8C3F-041B-47CD-8A19-893F4E4891B4}" type="slidenum">
              <a:rPr lang="en-US" sz="1200" b="1" u="none" strike="noStrike">
                <a:solidFill>
                  <a:srgbClr val="0070C0"/>
                </a:solidFill>
                <a:effectLst/>
                <a:uFillTx/>
                <a:latin typeface="Times New Roman"/>
                <a:ea typeface="Times New Roman"/>
              </a:rPr>
              <a:t>‹#›</a:t>
            </a:fld>
            <a:endParaRPr lang="en-US" sz="1200" b="0" u="none" strike="noStrike">
              <a:solidFill>
                <a:srgbClr val="000000"/>
              </a:solidFill>
              <a:effectLst/>
              <a:uFillTx/>
              <a:latin typeface="Times New Roman"/>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 id="2147483650"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hyperlink" Target="https://spring.io/projects/spring-boot" TargetMode="Externa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PlaceHolder 1"/>
          <p:cNvSpPr>
            <a:spLocks noGrp="1"/>
          </p:cNvSpPr>
          <p:nvPr>
            <p:ph type="subTitle"/>
          </p:nvPr>
        </p:nvSpPr>
        <p:spPr>
          <a:xfrm>
            <a:off x="495360" y="1724400"/>
            <a:ext cx="8152920" cy="4723920"/>
          </a:xfrm>
          <a:prstGeom prst="rect">
            <a:avLst/>
          </a:prstGeom>
          <a:noFill/>
          <a:ln w="0">
            <a:noFill/>
          </a:ln>
        </p:spPr>
        <p:txBody>
          <a:bodyPr lIns="91440" tIns="45720" rIns="91440" bIns="45720" anchor="t">
            <a:noAutofit/>
          </a:bodyPr>
          <a:lstStyle/>
          <a:p>
            <a:pPr indent="0" algn="ctr">
              <a:lnSpc>
                <a:spcPct val="115000"/>
              </a:lnSpc>
              <a:buNone/>
              <a:tabLst>
                <a:tab pos="0" algn="l"/>
              </a:tabLst>
            </a:pPr>
            <a:r>
              <a:rPr lang="en-US" sz="4200" b="0" u="none" strike="noStrike" dirty="0" err="1">
                <a:solidFill>
                  <a:srgbClr val="000000"/>
                </a:solidFill>
                <a:effectLst/>
                <a:uFillTx/>
                <a:latin typeface="Times New Roman"/>
                <a:ea typeface="Times New Roman"/>
              </a:rPr>
              <a:t>RoamNest</a:t>
            </a:r>
            <a:endParaRPr lang="en-US" sz="4200" b="0" u="none" strike="noStrike" dirty="0">
              <a:solidFill>
                <a:srgbClr val="000000"/>
              </a:solidFill>
              <a:effectLst/>
              <a:uFillTx/>
              <a:latin typeface="Arial"/>
            </a:endParaRPr>
          </a:p>
          <a:p>
            <a:pPr indent="0" algn="ctr">
              <a:lnSpc>
                <a:spcPct val="115000"/>
              </a:lnSpc>
              <a:buNone/>
              <a:tabLst>
                <a:tab pos="0" algn="l"/>
              </a:tabLst>
            </a:pPr>
            <a:r>
              <a:rPr lang="en-US" sz="2000" b="0" u="none" strike="noStrike" dirty="0">
                <a:solidFill>
                  <a:schemeClr val="dk1"/>
                </a:solidFill>
                <a:effectLst/>
                <a:uFillTx/>
                <a:latin typeface="Times New Roman"/>
                <a:ea typeface="Times New Roman"/>
              </a:rPr>
              <a:t>Team details :</a:t>
            </a:r>
            <a:endParaRPr lang="en-US" sz="2000" b="0" u="none" strike="noStrike" dirty="0">
              <a:solidFill>
                <a:srgbClr val="000000"/>
              </a:solidFill>
              <a:effectLst/>
              <a:uFillTx/>
              <a:latin typeface="Arial"/>
            </a:endParaRPr>
          </a:p>
          <a:p>
            <a:pPr indent="0" algn="ctr">
              <a:lnSpc>
                <a:spcPct val="115000"/>
              </a:lnSpc>
              <a:spcBef>
                <a:spcPts val="400"/>
              </a:spcBef>
              <a:buNone/>
              <a:tabLst>
                <a:tab pos="0" algn="l"/>
              </a:tabLst>
            </a:pPr>
            <a:r>
              <a:rPr lang="en-US" sz="2000" b="0" u="none" strike="noStrike" dirty="0">
                <a:solidFill>
                  <a:srgbClr val="000000"/>
                </a:solidFill>
                <a:effectLst/>
                <a:uFillTx/>
                <a:latin typeface="Arial"/>
              </a:rPr>
              <a:t>Partha Pratim Tamuly(2210992031)</a:t>
            </a:r>
          </a:p>
          <a:p>
            <a:pPr indent="0" algn="ctr">
              <a:lnSpc>
                <a:spcPct val="115000"/>
              </a:lnSpc>
              <a:spcBef>
                <a:spcPts val="400"/>
              </a:spcBef>
              <a:buNone/>
              <a:tabLst>
                <a:tab pos="0" algn="l"/>
              </a:tabLst>
            </a:pPr>
            <a:r>
              <a:rPr lang="en-US" sz="2000" b="0" u="none" strike="noStrike" dirty="0">
                <a:solidFill>
                  <a:srgbClr val="000000"/>
                </a:solidFill>
                <a:effectLst/>
                <a:uFillTx/>
                <a:latin typeface="Arial"/>
              </a:rPr>
              <a:t>Mohit Kumar Gupta(2210991932)</a:t>
            </a:r>
          </a:p>
          <a:p>
            <a:pPr indent="0" algn="ctr">
              <a:lnSpc>
                <a:spcPct val="115000"/>
              </a:lnSpc>
              <a:spcBef>
                <a:spcPts val="400"/>
              </a:spcBef>
              <a:buNone/>
              <a:tabLst>
                <a:tab pos="0" algn="l"/>
              </a:tabLst>
            </a:pPr>
            <a:endParaRPr lang="en-US" sz="2000" b="0" u="none" strike="noStrike" dirty="0">
              <a:solidFill>
                <a:srgbClr val="000000"/>
              </a:solidFill>
              <a:effectLst/>
              <a:uFillTx/>
              <a:latin typeface="Arial"/>
            </a:endParaRPr>
          </a:p>
          <a:p>
            <a:pPr indent="0" algn="ctr">
              <a:lnSpc>
                <a:spcPct val="115000"/>
              </a:lnSpc>
              <a:buNone/>
              <a:tabLst>
                <a:tab pos="0" algn="l"/>
              </a:tabLst>
            </a:pPr>
            <a:r>
              <a:rPr lang="en-US" sz="2000" b="1" u="none" strike="noStrike" dirty="0">
                <a:solidFill>
                  <a:schemeClr val="dk1"/>
                </a:solidFill>
                <a:effectLst/>
                <a:uFillTx/>
                <a:latin typeface="Times New Roman"/>
                <a:ea typeface="Times New Roman"/>
              </a:rPr>
              <a:t>Supervised By: </a:t>
            </a:r>
            <a:r>
              <a:rPr lang="en-US" sz="2000" b="0" u="none" strike="noStrike" dirty="0">
                <a:solidFill>
                  <a:schemeClr val="dk1"/>
                </a:solidFill>
                <a:effectLst/>
                <a:highlight>
                  <a:srgbClr val="FFFFFF"/>
                </a:highlight>
                <a:uFillTx/>
                <a:latin typeface="Times New Roman"/>
                <a:ea typeface="Times New Roman"/>
              </a:rPr>
              <a:t>Dr. Preeti Saini</a:t>
            </a:r>
            <a:endParaRPr lang="en-US" sz="2000" b="0" u="none" strike="noStrike" dirty="0">
              <a:solidFill>
                <a:srgbClr val="000000"/>
              </a:solidFill>
              <a:effectLst/>
              <a:uFillTx/>
              <a:latin typeface="Arial"/>
            </a:endParaRPr>
          </a:p>
          <a:p>
            <a:pPr indent="0" algn="ctr">
              <a:lnSpc>
                <a:spcPct val="115000"/>
              </a:lnSpc>
              <a:spcBef>
                <a:spcPts val="561"/>
              </a:spcBef>
              <a:buNone/>
              <a:tabLst>
                <a:tab pos="0" algn="l"/>
              </a:tabLst>
            </a:pPr>
            <a:endParaRPr lang="en-US" sz="2800" b="0" u="none" strike="noStrike" dirty="0">
              <a:solidFill>
                <a:srgbClr val="000000"/>
              </a:solidFill>
              <a:effectLst/>
              <a:uFillTx/>
              <a:latin typeface="Arial"/>
            </a:endParaRPr>
          </a:p>
          <a:p>
            <a:pPr indent="0" algn="ctr">
              <a:lnSpc>
                <a:spcPct val="115000"/>
              </a:lnSpc>
              <a:spcBef>
                <a:spcPts val="561"/>
              </a:spcBef>
              <a:buNone/>
              <a:tabLst>
                <a:tab pos="0" algn="l"/>
              </a:tabLst>
            </a:pPr>
            <a:r>
              <a:rPr lang="en-US" sz="2800" b="1" u="none" strike="noStrike" dirty="0">
                <a:solidFill>
                  <a:srgbClr val="000000"/>
                </a:solidFill>
                <a:effectLst/>
                <a:uFillTx/>
                <a:latin typeface="Times New Roman"/>
                <a:ea typeface="Times New Roman"/>
              </a:rPr>
              <a:t>Department of Computer Science and Engineering  </a:t>
            </a:r>
            <a:endParaRPr lang="en-US" sz="2800" b="0" u="none" strike="noStrike" dirty="0">
              <a:solidFill>
                <a:srgbClr val="000000"/>
              </a:solidFill>
              <a:effectLst/>
              <a:uFillTx/>
              <a:latin typeface="Arial"/>
            </a:endParaRPr>
          </a:p>
          <a:p>
            <a:pPr indent="0" algn="ctr">
              <a:lnSpc>
                <a:spcPct val="115000"/>
              </a:lnSpc>
              <a:spcBef>
                <a:spcPts val="561"/>
              </a:spcBef>
              <a:buNone/>
              <a:tabLst>
                <a:tab pos="0" algn="l"/>
              </a:tabLst>
            </a:pPr>
            <a:r>
              <a:rPr lang="en-US" sz="2800" b="1" u="none" strike="noStrike" dirty="0">
                <a:solidFill>
                  <a:srgbClr val="000000"/>
                </a:solidFill>
                <a:effectLst/>
                <a:uFillTx/>
                <a:latin typeface="Times New Roman"/>
                <a:ea typeface="Times New Roman"/>
              </a:rPr>
              <a:t>Chitkara University, Punjab</a:t>
            </a:r>
            <a:endParaRPr lang="en-US" sz="2800" b="0" u="none" strike="noStrike" dirty="0">
              <a:solidFill>
                <a:srgbClr val="000000"/>
              </a:solidFill>
              <a:effectLst/>
              <a:uFillTx/>
              <a:latin typeface="Arial"/>
            </a:endParaRPr>
          </a:p>
          <a:p>
            <a:pPr indent="0" algn="ctr">
              <a:lnSpc>
                <a:spcPct val="115000"/>
              </a:lnSpc>
              <a:spcBef>
                <a:spcPts val="641"/>
              </a:spcBef>
              <a:buNone/>
              <a:tabLst>
                <a:tab pos="0" algn="l"/>
              </a:tabLst>
            </a:pPr>
            <a:endParaRPr lang="en-US" sz="3200" b="0" u="none" strike="noStrike" dirty="0">
              <a:solidFill>
                <a:srgbClr val="000000"/>
              </a:solidFill>
              <a:effectLst/>
              <a:uFillTx/>
              <a:latin typeface="Arial"/>
            </a:endParaRPr>
          </a:p>
        </p:txBody>
      </p:sp>
      <p:sp>
        <p:nvSpPr>
          <p:cNvPr id="43" name="Google Shape;47;p1"/>
          <p:cNvSpPr/>
          <p:nvPr/>
        </p:nvSpPr>
        <p:spPr>
          <a:xfrm>
            <a:off x="1088136" y="998640"/>
            <a:ext cx="6888024" cy="646920"/>
          </a:xfrm>
          <a:prstGeom prst="rect">
            <a:avLst/>
          </a:prstGeom>
          <a:noFill/>
          <a:ln w="0">
            <a:noFill/>
          </a:ln>
        </p:spPr>
        <p:style>
          <a:lnRef idx="0">
            <a:scrgbClr r="0" g="0" b="0"/>
          </a:lnRef>
          <a:fillRef idx="0">
            <a:scrgbClr r="0" g="0" b="0"/>
          </a:fillRef>
          <a:effectRef idx="0">
            <a:scrgbClr r="0" g="0" b="0"/>
          </a:effectRef>
          <a:fontRef idx="minor"/>
        </p:style>
        <p:txBody>
          <a:bodyPr tIns="91440" bIns="91440" anchor="t">
            <a:noAutofit/>
          </a:bodyPr>
          <a:lstStyle/>
          <a:p>
            <a:pPr>
              <a:lnSpc>
                <a:spcPct val="100000"/>
              </a:lnSpc>
              <a:tabLst>
                <a:tab pos="0" algn="l"/>
              </a:tabLst>
            </a:pPr>
            <a:r>
              <a:rPr lang="en-US" sz="1700" b="1" u="none" strike="noStrike" dirty="0">
                <a:solidFill>
                  <a:schemeClr val="dk1"/>
                </a:solidFill>
                <a:effectLst/>
                <a:uFillTx/>
                <a:latin typeface="Times New Roman"/>
                <a:ea typeface="Times New Roman"/>
              </a:rPr>
              <a:t>                                 </a:t>
            </a:r>
            <a:r>
              <a:rPr lang="en-US" b="1" u="none" strike="noStrike" dirty="0">
                <a:solidFill>
                  <a:schemeClr val="dk1"/>
                </a:solidFill>
                <a:effectLst/>
                <a:uFillTx/>
                <a:latin typeface="Times New Roman"/>
                <a:ea typeface="Times New Roman"/>
              </a:rPr>
              <a:t>Project Presentation of  IOHE Project </a:t>
            </a:r>
            <a:endParaRPr lang="en-US" b="0" u="none" strike="noStrike" dirty="0">
              <a:solidFill>
                <a:srgbClr val="000000"/>
              </a:solidFill>
              <a:effectLst/>
              <a:uFillTx/>
              <a:latin typeface="Arial"/>
            </a:endParaRPr>
          </a:p>
          <a:p>
            <a:pPr>
              <a:lnSpc>
                <a:spcPct val="100000"/>
              </a:lnSpc>
              <a:tabLst>
                <a:tab pos="0" algn="l"/>
              </a:tabLst>
            </a:pPr>
            <a:r>
              <a:rPr lang="en-US" sz="1700" b="0" u="none" strike="noStrike" dirty="0">
                <a:solidFill>
                  <a:schemeClr val="dk1"/>
                </a:solidFill>
                <a:effectLst/>
                <a:uFillTx/>
                <a:latin typeface="Times New Roman"/>
                <a:ea typeface="Times New Roman"/>
              </a:rPr>
              <a:t>                                                          On</a:t>
            </a:r>
            <a:endParaRPr lang="en-US" sz="1700" b="0" u="none" strike="noStrike" dirty="0">
              <a:solidFill>
                <a:srgbClr val="000000"/>
              </a:solidFill>
              <a:effectLst/>
              <a:uFillTx/>
              <a:latin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PlaceHolder 1"/>
          <p:cNvSpPr>
            <a:spLocks noGrp="1"/>
          </p:cNvSpPr>
          <p:nvPr>
            <p:ph type="title"/>
          </p:nvPr>
        </p:nvSpPr>
        <p:spPr>
          <a:xfrm>
            <a:off x="0" y="0"/>
            <a:ext cx="6476760" cy="837720"/>
          </a:xfrm>
          <a:prstGeom prst="rect">
            <a:avLst/>
          </a:prstGeom>
          <a:noFill/>
          <a:ln w="0">
            <a:noFill/>
          </a:ln>
        </p:spPr>
        <p:txBody>
          <a:bodyPr lIns="91440" tIns="45720" rIns="91440" bIns="45720" anchor="ctr">
            <a:noAutofit/>
          </a:bodyPr>
          <a:lstStyle/>
          <a:p>
            <a:pPr indent="0" algn="ctr">
              <a:lnSpc>
                <a:spcPct val="100000"/>
              </a:lnSpc>
              <a:buNone/>
              <a:tabLst>
                <a:tab pos="0" algn="l"/>
              </a:tabLst>
            </a:pPr>
            <a:r>
              <a:rPr lang="en-US" sz="3200" b="1" u="none" strike="noStrike">
                <a:solidFill>
                  <a:schemeClr val="dk1"/>
                </a:solidFill>
                <a:effectLst/>
                <a:uFillTx/>
                <a:latin typeface="Times New Roman"/>
                <a:ea typeface="Times New Roman"/>
              </a:rPr>
              <a:t>Table of Contents</a:t>
            </a:r>
            <a:endParaRPr lang="en-US" sz="3200" b="0" u="none" strike="noStrike">
              <a:solidFill>
                <a:srgbClr val="000000"/>
              </a:solidFill>
              <a:effectLst/>
              <a:uFillTx/>
              <a:latin typeface="Arial"/>
            </a:endParaRPr>
          </a:p>
        </p:txBody>
      </p:sp>
      <p:sp>
        <p:nvSpPr>
          <p:cNvPr id="45" name="PlaceHolder 2"/>
          <p:cNvSpPr>
            <a:spLocks noGrp="1"/>
          </p:cNvSpPr>
          <p:nvPr>
            <p:ph/>
          </p:nvPr>
        </p:nvSpPr>
        <p:spPr>
          <a:xfrm>
            <a:off x="457200" y="1295280"/>
            <a:ext cx="8229240" cy="4525920"/>
          </a:xfrm>
          <a:prstGeom prst="rect">
            <a:avLst/>
          </a:prstGeom>
          <a:noFill/>
          <a:ln w="0">
            <a:noFill/>
          </a:ln>
        </p:spPr>
        <p:txBody>
          <a:bodyPr lIns="91440" tIns="45720" rIns="91440" bIns="45720" anchor="t">
            <a:noAutofit/>
          </a:bodyPr>
          <a:lstStyle/>
          <a:p>
            <a:pPr marL="457200" indent="-425520" algn="l">
              <a:lnSpc>
                <a:spcPct val="100000"/>
              </a:lnSpc>
              <a:buClr>
                <a:srgbClr val="000000"/>
              </a:buClr>
              <a:buFont typeface="Noto Sans Symbols"/>
              <a:buChar char="⮚"/>
            </a:pPr>
            <a:r>
              <a:rPr lang="en-US" sz="1900" b="0" u="none" strike="noStrike" dirty="0">
                <a:solidFill>
                  <a:schemeClr val="dk1"/>
                </a:solidFill>
                <a:effectLst/>
                <a:uFillTx/>
                <a:latin typeface="Times New Roman"/>
                <a:ea typeface="Times New Roman"/>
              </a:rPr>
              <a:t>Introduction</a:t>
            </a:r>
            <a:endParaRPr lang="en-US" sz="1900" b="0" u="none" strike="noStrike" dirty="0">
              <a:solidFill>
                <a:srgbClr val="000000"/>
              </a:solidFill>
              <a:effectLst/>
              <a:uFillTx/>
              <a:latin typeface="Arial"/>
            </a:endParaRPr>
          </a:p>
          <a:p>
            <a:pPr marL="457200" indent="-425520" algn="l">
              <a:lnSpc>
                <a:spcPct val="100000"/>
              </a:lnSpc>
              <a:spcBef>
                <a:spcPts val="479"/>
              </a:spcBef>
              <a:buClr>
                <a:srgbClr val="000000"/>
              </a:buClr>
              <a:buFont typeface="Noto Sans Symbols"/>
              <a:buChar char="⮚"/>
            </a:pPr>
            <a:r>
              <a:rPr lang="en-US" sz="1900" b="0" u="none" strike="noStrike" dirty="0">
                <a:solidFill>
                  <a:schemeClr val="dk1"/>
                </a:solidFill>
                <a:effectLst/>
                <a:uFillTx/>
                <a:latin typeface="Times New Roman"/>
                <a:ea typeface="Times New Roman"/>
              </a:rPr>
              <a:t>Problem Statement</a:t>
            </a:r>
            <a:endParaRPr lang="en-US" sz="1900" b="0" u="none" strike="noStrike" dirty="0">
              <a:solidFill>
                <a:srgbClr val="000000"/>
              </a:solidFill>
              <a:effectLst/>
              <a:uFillTx/>
              <a:latin typeface="Arial"/>
            </a:endParaRPr>
          </a:p>
          <a:p>
            <a:pPr marL="457200" indent="-425520" algn="l">
              <a:lnSpc>
                <a:spcPct val="100000"/>
              </a:lnSpc>
              <a:spcBef>
                <a:spcPts val="479"/>
              </a:spcBef>
              <a:buClr>
                <a:srgbClr val="000000"/>
              </a:buClr>
              <a:buFont typeface="Noto Sans Symbols"/>
              <a:buChar char="⮚"/>
            </a:pPr>
            <a:r>
              <a:rPr lang="en-US" sz="1900" b="0" u="none" strike="noStrike" dirty="0">
                <a:solidFill>
                  <a:schemeClr val="dk1"/>
                </a:solidFill>
                <a:effectLst/>
                <a:uFillTx/>
                <a:latin typeface="Times New Roman"/>
                <a:ea typeface="Times New Roman"/>
              </a:rPr>
              <a:t>Technical Details</a:t>
            </a:r>
            <a:endParaRPr lang="en-US" sz="1900" b="0" u="none" strike="noStrike" dirty="0">
              <a:solidFill>
                <a:srgbClr val="000000"/>
              </a:solidFill>
              <a:effectLst/>
              <a:uFillTx/>
              <a:latin typeface="Arial"/>
            </a:endParaRPr>
          </a:p>
          <a:p>
            <a:pPr marL="457200" indent="-425520" algn="l">
              <a:lnSpc>
                <a:spcPct val="100000"/>
              </a:lnSpc>
              <a:spcBef>
                <a:spcPts val="479"/>
              </a:spcBef>
              <a:buClr>
                <a:srgbClr val="000000"/>
              </a:buClr>
              <a:buFont typeface="Arial"/>
              <a:buChar char="⮚"/>
            </a:pPr>
            <a:r>
              <a:rPr lang="en-US" sz="1900" b="0" u="none" strike="noStrike" dirty="0">
                <a:solidFill>
                  <a:schemeClr val="dk1"/>
                </a:solidFill>
                <a:effectLst/>
                <a:uFillTx/>
                <a:latin typeface="Times New Roman"/>
                <a:ea typeface="Times New Roman"/>
              </a:rPr>
              <a:t>System Design</a:t>
            </a:r>
            <a:endParaRPr lang="en-US" sz="1900" b="0" u="none" strike="noStrike" dirty="0">
              <a:solidFill>
                <a:srgbClr val="000000"/>
              </a:solidFill>
              <a:effectLst/>
              <a:uFillTx/>
              <a:latin typeface="Arial"/>
            </a:endParaRPr>
          </a:p>
          <a:p>
            <a:pPr marL="457200" indent="-425520" algn="l">
              <a:lnSpc>
                <a:spcPct val="100000"/>
              </a:lnSpc>
              <a:spcBef>
                <a:spcPts val="479"/>
              </a:spcBef>
              <a:buClr>
                <a:srgbClr val="000000"/>
              </a:buClr>
              <a:buFont typeface="Arial"/>
              <a:buChar char="⮚"/>
            </a:pPr>
            <a:r>
              <a:rPr lang="en-US" sz="1900" dirty="0">
                <a:solidFill>
                  <a:schemeClr val="dk1"/>
                </a:solidFill>
                <a:latin typeface="Times New Roman"/>
                <a:ea typeface="Times New Roman"/>
              </a:rPr>
              <a:t>A</a:t>
            </a:r>
            <a:r>
              <a:rPr lang="en-US" sz="1900" b="0" u="none" strike="noStrike" dirty="0">
                <a:solidFill>
                  <a:schemeClr val="dk1"/>
                </a:solidFill>
                <a:effectLst/>
                <a:uFillTx/>
                <a:latin typeface="Times New Roman"/>
                <a:ea typeface="Times New Roman"/>
              </a:rPr>
              <a:t>pplication Flow &amp; Use Cases</a:t>
            </a:r>
          </a:p>
          <a:p>
            <a:pPr marL="457200" indent="-425520" algn="l">
              <a:lnSpc>
                <a:spcPct val="100000"/>
              </a:lnSpc>
              <a:spcBef>
                <a:spcPts val="479"/>
              </a:spcBef>
              <a:buClr>
                <a:srgbClr val="000000"/>
              </a:buClr>
              <a:buFont typeface="Arial"/>
              <a:buChar char="⮚"/>
            </a:pPr>
            <a:r>
              <a:rPr lang="en-US" sz="1900" dirty="0">
                <a:solidFill>
                  <a:schemeClr val="dk1"/>
                </a:solidFill>
                <a:latin typeface="Times New Roman"/>
              </a:rPr>
              <a:t>System Design</a:t>
            </a:r>
          </a:p>
          <a:p>
            <a:pPr marL="457200" indent="-425520" algn="l">
              <a:lnSpc>
                <a:spcPct val="100000"/>
              </a:lnSpc>
              <a:spcBef>
                <a:spcPts val="479"/>
              </a:spcBef>
              <a:buClr>
                <a:srgbClr val="000000"/>
              </a:buClr>
              <a:buFont typeface="Arial"/>
              <a:buChar char="⮚"/>
            </a:pPr>
            <a:r>
              <a:rPr lang="en-US" sz="1900" b="0" u="none" strike="noStrike" dirty="0">
                <a:solidFill>
                  <a:schemeClr val="dk1"/>
                </a:solidFill>
                <a:effectLst/>
                <a:uFillTx/>
                <a:latin typeface="Times New Roman"/>
              </a:rPr>
              <a:t>Software &amp; Hardware Requirements</a:t>
            </a:r>
          </a:p>
          <a:p>
            <a:pPr marL="457200" indent="-425520" algn="l">
              <a:lnSpc>
                <a:spcPct val="100000"/>
              </a:lnSpc>
              <a:spcBef>
                <a:spcPts val="479"/>
              </a:spcBef>
              <a:buClr>
                <a:srgbClr val="000000"/>
              </a:buClr>
              <a:buFont typeface="Arial"/>
              <a:buChar char="⮚"/>
            </a:pPr>
            <a:r>
              <a:rPr lang="en-US" sz="1900" dirty="0">
                <a:solidFill>
                  <a:schemeClr val="dk1"/>
                </a:solidFill>
                <a:latin typeface="Times New Roman"/>
              </a:rPr>
              <a:t>Objectives</a:t>
            </a:r>
            <a:endParaRPr lang="en-US" sz="1900" b="0" u="none" strike="noStrike" dirty="0">
              <a:solidFill>
                <a:srgbClr val="000000"/>
              </a:solidFill>
              <a:effectLst/>
              <a:uFillTx/>
              <a:latin typeface="Arial"/>
            </a:endParaRPr>
          </a:p>
          <a:p>
            <a:pPr marL="457200" indent="-425520" algn="l">
              <a:lnSpc>
                <a:spcPct val="100000"/>
              </a:lnSpc>
              <a:spcBef>
                <a:spcPts val="479"/>
              </a:spcBef>
              <a:buClr>
                <a:srgbClr val="000000"/>
              </a:buClr>
              <a:buFont typeface="Noto Sans Symbols"/>
              <a:buChar char="⮚"/>
            </a:pPr>
            <a:r>
              <a:rPr lang="en-US" sz="1900" b="0" u="none" strike="noStrike" dirty="0">
                <a:solidFill>
                  <a:schemeClr val="dk1"/>
                </a:solidFill>
                <a:effectLst/>
                <a:uFillTx/>
                <a:latin typeface="Times New Roman"/>
                <a:ea typeface="Times New Roman"/>
              </a:rPr>
              <a:t>Project Highlights</a:t>
            </a:r>
            <a:endParaRPr lang="en-US" sz="1900" b="0" u="none" strike="noStrike" dirty="0">
              <a:solidFill>
                <a:srgbClr val="000000"/>
              </a:solidFill>
              <a:effectLst/>
              <a:uFillTx/>
              <a:latin typeface="Arial"/>
            </a:endParaRPr>
          </a:p>
          <a:p>
            <a:pPr marL="457200" indent="-425520" algn="l">
              <a:lnSpc>
                <a:spcPct val="100000"/>
              </a:lnSpc>
              <a:spcBef>
                <a:spcPts val="479"/>
              </a:spcBef>
              <a:buClr>
                <a:srgbClr val="000000"/>
              </a:buClr>
              <a:buFont typeface="Noto Sans Symbols"/>
              <a:buChar char="⮚"/>
            </a:pPr>
            <a:r>
              <a:rPr lang="en-US" sz="1900" b="0" u="none" strike="noStrike" dirty="0">
                <a:solidFill>
                  <a:schemeClr val="dk1"/>
                </a:solidFill>
                <a:effectLst/>
                <a:uFillTx/>
                <a:latin typeface="Times New Roman"/>
                <a:ea typeface="Times New Roman"/>
              </a:rPr>
              <a:t>Key Features</a:t>
            </a:r>
            <a:endParaRPr lang="en-US" sz="1900" b="0" u="none" strike="noStrike" dirty="0">
              <a:solidFill>
                <a:srgbClr val="000000"/>
              </a:solidFill>
              <a:effectLst/>
              <a:uFillTx/>
              <a:latin typeface="Arial"/>
            </a:endParaRPr>
          </a:p>
          <a:p>
            <a:pPr marL="457200" indent="-425520" algn="l">
              <a:lnSpc>
                <a:spcPct val="100000"/>
              </a:lnSpc>
              <a:spcBef>
                <a:spcPts val="479"/>
              </a:spcBef>
              <a:buClr>
                <a:srgbClr val="000000"/>
              </a:buClr>
              <a:buFont typeface="Noto Sans Symbols"/>
              <a:buChar char="⮚"/>
            </a:pPr>
            <a:r>
              <a:rPr lang="en-US" sz="1900" b="0" u="none" strike="noStrike" dirty="0">
                <a:solidFill>
                  <a:schemeClr val="dk1"/>
                </a:solidFill>
                <a:effectLst/>
                <a:uFillTx/>
                <a:latin typeface="Times New Roman"/>
                <a:ea typeface="Times New Roman"/>
              </a:rPr>
              <a:t>Conclusion</a:t>
            </a:r>
            <a:endParaRPr lang="en-US" sz="1900" b="0" u="none" strike="noStrike" dirty="0">
              <a:solidFill>
                <a:srgbClr val="000000"/>
              </a:solidFill>
              <a:effectLst/>
              <a:uFillTx/>
              <a:latin typeface="Arial"/>
            </a:endParaRPr>
          </a:p>
          <a:p>
            <a:pPr marL="457200" indent="-425520" algn="l">
              <a:lnSpc>
                <a:spcPct val="100000"/>
              </a:lnSpc>
              <a:spcBef>
                <a:spcPts val="479"/>
              </a:spcBef>
              <a:buClr>
                <a:srgbClr val="000000"/>
              </a:buClr>
              <a:buFont typeface="Arial"/>
              <a:buChar char="⮚"/>
            </a:pPr>
            <a:r>
              <a:rPr lang="en-US" sz="1900" b="0" u="none" strike="noStrike" dirty="0">
                <a:solidFill>
                  <a:schemeClr val="dk1"/>
                </a:solidFill>
                <a:effectLst/>
                <a:uFillTx/>
                <a:latin typeface="Times New Roman"/>
                <a:ea typeface="Times New Roman"/>
              </a:rPr>
              <a:t>Future Scope</a:t>
            </a:r>
            <a:endParaRPr lang="en-US" sz="1900" b="0" u="none" strike="noStrike" dirty="0">
              <a:solidFill>
                <a:srgbClr val="000000"/>
              </a:solidFill>
              <a:effectLst/>
              <a:uFillTx/>
              <a:latin typeface="Arial"/>
            </a:endParaRPr>
          </a:p>
          <a:p>
            <a:pPr marL="457200" indent="-425520" algn="l">
              <a:lnSpc>
                <a:spcPct val="100000"/>
              </a:lnSpc>
              <a:spcBef>
                <a:spcPts val="479"/>
              </a:spcBef>
              <a:buClr>
                <a:srgbClr val="000000"/>
              </a:buClr>
              <a:buFont typeface="Noto Sans Symbols"/>
              <a:buChar char="⮚"/>
            </a:pPr>
            <a:r>
              <a:rPr lang="en-US" sz="1900" b="0" u="none" strike="noStrike" dirty="0">
                <a:solidFill>
                  <a:schemeClr val="dk1"/>
                </a:solidFill>
                <a:effectLst/>
                <a:uFillTx/>
                <a:latin typeface="Times New Roman"/>
                <a:ea typeface="Times New Roman"/>
              </a:rPr>
              <a:t>References/Links used</a:t>
            </a:r>
            <a:endParaRPr lang="en-US" sz="1900" b="0" u="none" strike="noStrike" dirty="0">
              <a:solidFill>
                <a:srgbClr val="000000"/>
              </a:solidFill>
              <a:effectLst/>
              <a:uFillTx/>
              <a:latin typeface="Arial"/>
            </a:endParaRPr>
          </a:p>
          <a:p>
            <a:pPr marL="343080" indent="-203040" algn="l">
              <a:lnSpc>
                <a:spcPct val="100000"/>
              </a:lnSpc>
              <a:spcBef>
                <a:spcPts val="439"/>
              </a:spcBef>
              <a:buNone/>
              <a:tabLst>
                <a:tab pos="0" algn="l"/>
              </a:tabLst>
            </a:pPr>
            <a:endParaRPr lang="en-US" sz="1900" b="0" u="none" strike="noStrike" dirty="0">
              <a:solidFill>
                <a:srgbClr val="000000"/>
              </a:solidFill>
              <a:effectLst/>
              <a:uFillTx/>
              <a:latin typeface="Arial"/>
            </a:endParaRPr>
          </a:p>
          <a:p>
            <a:pPr marL="343080" indent="-203040" algn="l">
              <a:lnSpc>
                <a:spcPct val="100000"/>
              </a:lnSpc>
              <a:spcBef>
                <a:spcPts val="439"/>
              </a:spcBef>
              <a:buNone/>
              <a:tabLst>
                <a:tab pos="0" algn="l"/>
              </a:tabLst>
            </a:pPr>
            <a:endParaRPr lang="en-US" sz="1900" b="0" u="none" strike="noStrike" dirty="0">
              <a:solidFill>
                <a:srgbClr val="000000"/>
              </a:solidFill>
              <a:effectLst/>
              <a:uFillTx/>
              <a:latin typeface="Arial"/>
            </a:endParaRPr>
          </a:p>
        </p:txBody>
      </p:sp>
      <p:sp>
        <p:nvSpPr>
          <p:cNvPr id="46" name="Google Shape;54;p2"/>
          <p:cNvSpPr/>
          <p:nvPr/>
        </p:nvSpPr>
        <p:spPr>
          <a:xfrm>
            <a:off x="4410360" y="5276160"/>
            <a:ext cx="4293360" cy="540720"/>
          </a:xfrm>
          <a:prstGeom prst="rect">
            <a:avLst/>
          </a:prstGeom>
          <a:noFill/>
          <a:ln w="0">
            <a:noFill/>
          </a:ln>
        </p:spPr>
        <p:style>
          <a:lnRef idx="0">
            <a:scrgbClr r="0" g="0" b="0"/>
          </a:lnRef>
          <a:fillRef idx="0">
            <a:scrgbClr r="0" g="0" b="0"/>
          </a:fillRef>
          <a:effectRef idx="0">
            <a:scrgbClr r="0" g="0" b="0"/>
          </a:effectRef>
          <a:fontRef idx="minor"/>
        </p:style>
        <p:txBody>
          <a:bodyPr tIns="91440" bIns="91440" anchor="t">
            <a:noAutofit/>
          </a:bodyPr>
          <a:lstStyle/>
          <a:p>
            <a:pPr algn="ctr">
              <a:lnSpc>
                <a:spcPct val="100000"/>
              </a:lnSpc>
              <a:tabLst>
                <a:tab pos="0" algn="l"/>
              </a:tabLst>
            </a:pPr>
            <a:r>
              <a:rPr lang="en-US" sz="1900" b="1" u="none" strike="noStrike">
                <a:solidFill>
                  <a:schemeClr val="dk1"/>
                </a:solidFill>
                <a:effectLst/>
                <a:uFillTx/>
                <a:latin typeface="Times New Roman"/>
                <a:ea typeface="Times New Roman"/>
              </a:rPr>
              <a:t>Fig.1</a:t>
            </a:r>
            <a:endParaRPr lang="en-US" sz="1900" b="0" u="none" strike="noStrike">
              <a:solidFill>
                <a:srgbClr val="000000"/>
              </a:solidFill>
              <a:effectLst/>
              <a:uFillTx/>
              <a:latin typeface="Arial"/>
            </a:endParaRPr>
          </a:p>
        </p:txBody>
      </p:sp>
      <p:pic>
        <p:nvPicPr>
          <p:cNvPr id="47" name="Google Shape;55;p2" descr="How to choose a career path in high school in 6 steps · Career.io · Career .io"/>
          <p:cNvPicPr/>
          <p:nvPr/>
        </p:nvPicPr>
        <p:blipFill>
          <a:blip r:embed="rId2"/>
          <a:stretch/>
        </p:blipFill>
        <p:spPr>
          <a:xfrm>
            <a:off x="4836960" y="1400400"/>
            <a:ext cx="3279600" cy="3279600"/>
          </a:xfrm>
          <a:prstGeom prst="rect">
            <a:avLst/>
          </a:prstGeom>
          <a:noFill/>
          <a:ln w="0">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PlaceHolder 1"/>
          <p:cNvSpPr>
            <a:spLocks noGrp="1"/>
          </p:cNvSpPr>
          <p:nvPr>
            <p:ph type="title"/>
          </p:nvPr>
        </p:nvSpPr>
        <p:spPr>
          <a:xfrm>
            <a:off x="0" y="0"/>
            <a:ext cx="6476760" cy="837720"/>
          </a:xfrm>
          <a:prstGeom prst="rect">
            <a:avLst/>
          </a:prstGeom>
          <a:noFill/>
          <a:ln w="0">
            <a:noFill/>
          </a:ln>
        </p:spPr>
        <p:txBody>
          <a:bodyPr lIns="91440" tIns="45720" rIns="91440" bIns="45720" anchor="ctr">
            <a:noAutofit/>
          </a:bodyPr>
          <a:lstStyle/>
          <a:p>
            <a:pPr indent="0" algn="ctr">
              <a:lnSpc>
                <a:spcPct val="100000"/>
              </a:lnSpc>
              <a:buNone/>
              <a:tabLst>
                <a:tab pos="0" algn="l"/>
              </a:tabLst>
            </a:pPr>
            <a:r>
              <a:rPr lang="en-US" sz="3200" b="1" u="none" strike="noStrike">
                <a:solidFill>
                  <a:schemeClr val="dk1"/>
                </a:solidFill>
                <a:effectLst/>
                <a:uFillTx/>
                <a:latin typeface="Times New Roman"/>
                <a:ea typeface="Times New Roman"/>
              </a:rPr>
              <a:t>Introduction</a:t>
            </a:r>
            <a:endParaRPr lang="en-US" sz="3200" b="0" u="none" strike="noStrike">
              <a:solidFill>
                <a:srgbClr val="000000"/>
              </a:solidFill>
              <a:effectLst/>
              <a:uFillTx/>
              <a:latin typeface="Arial"/>
            </a:endParaRPr>
          </a:p>
        </p:txBody>
      </p:sp>
      <p:sp>
        <p:nvSpPr>
          <p:cNvPr id="50" name="Google Shape;62;p3"/>
          <p:cNvSpPr/>
          <p:nvPr/>
        </p:nvSpPr>
        <p:spPr>
          <a:xfrm>
            <a:off x="245880" y="1210320"/>
            <a:ext cx="8578440" cy="3971880"/>
          </a:xfrm>
          <a:prstGeom prst="rect">
            <a:avLst/>
          </a:prstGeom>
          <a:noFill/>
          <a:ln w="0">
            <a:noFill/>
          </a:ln>
        </p:spPr>
        <p:style>
          <a:lnRef idx="0">
            <a:scrgbClr r="0" g="0" b="0"/>
          </a:lnRef>
          <a:fillRef idx="0">
            <a:scrgbClr r="0" g="0" b="0"/>
          </a:fillRef>
          <a:effectRef idx="0">
            <a:scrgbClr r="0" g="0" b="0"/>
          </a:effectRef>
          <a:fontRef idx="minor"/>
        </p:style>
        <p:txBody>
          <a:bodyPr tIns="91440" bIns="91440" anchor="t">
            <a:noAutofit/>
          </a:bodyPr>
          <a:lstStyle/>
          <a:p>
            <a:pPr>
              <a:lnSpc>
                <a:spcPct val="100000"/>
              </a:lnSpc>
              <a:spcBef>
                <a:spcPts val="1191"/>
              </a:spcBef>
              <a:spcAft>
                <a:spcPts val="992"/>
              </a:spcAft>
              <a:tabLst>
                <a:tab pos="0" algn="l"/>
              </a:tabLst>
            </a:pPr>
            <a:r>
              <a:rPr lang="en-US" sz="1800" b="0" u="none" strike="noStrike" dirty="0">
                <a:solidFill>
                  <a:srgbClr val="000000"/>
                </a:solidFill>
                <a:effectLst/>
                <a:uFillTx/>
                <a:latin typeface="Times New Roman" panose="02020603050405020304" pitchFamily="18" charset="0"/>
                <a:ea typeface="Times New Roman"/>
                <a:cs typeface="Times New Roman" panose="02020603050405020304" pitchFamily="18" charset="0"/>
              </a:rPr>
              <a:t>The sharing economy depends on trust, where platforms traditionally require users to share personal details before booking approval . However, studies show that early exposure of identity information often leads to discrimination and biased decisions . This creates an unfair system where subjective judgment overrides actual property availability . </a:t>
            </a:r>
            <a:r>
              <a:rPr lang="en-US" sz="1800" b="0" u="none" strike="noStrike" dirty="0" err="1">
                <a:solidFill>
                  <a:srgbClr val="000000"/>
                </a:solidFill>
                <a:effectLst/>
                <a:uFillTx/>
                <a:latin typeface="Times New Roman" panose="02020603050405020304" pitchFamily="18" charset="0"/>
                <a:ea typeface="Times New Roman"/>
                <a:cs typeface="Times New Roman" panose="02020603050405020304" pitchFamily="18" charset="0"/>
              </a:rPr>
              <a:t>RoamNest</a:t>
            </a:r>
            <a:r>
              <a:rPr lang="en-US" sz="1800" b="0" u="none" strike="noStrike" dirty="0">
                <a:solidFill>
                  <a:srgbClr val="000000"/>
                </a:solidFill>
                <a:effectLst/>
                <a:uFillTx/>
                <a:latin typeface="Times New Roman" panose="02020603050405020304" pitchFamily="18" charset="0"/>
                <a:ea typeface="Times New Roman"/>
                <a:cs typeface="Times New Roman" panose="02020603050405020304" pitchFamily="18" charset="0"/>
              </a:rPr>
              <a:t> addresses this issue by designing a system that removes bias from the booking process . The main objective is to implement a “Privacy-by-Design” approach that prioritizes objective factors over personal identity . The platform introduces a “Blind Booking” workflow, where sensitive user details are hidden until booking confirmation . It ensures trust through verification badges like ID, phone, and email verification instead of profile-based judgments .Key features include Role-Based Access Control (RBAC) for different user roles and a Progressive Disclosure Engine to protect user data . Additionally , the system supports dynamic property listings and an interactive, user-friendly interface for seamless experience.</a:t>
            </a:r>
            <a:endParaRPr lang="en-US" sz="1800" b="0" u="none" strike="noStrike" dirty="0">
              <a:solidFill>
                <a:srgbClr val="000000"/>
              </a:solidFill>
              <a:effectLst/>
              <a:uFillTx/>
              <a:latin typeface="Times New Roman" panose="02020603050405020304" pitchFamily="18" charset="0"/>
              <a:cs typeface="Times New Roman" panose="02020603050405020304" pitchFamily="18" charset="0"/>
            </a:endParaRPr>
          </a:p>
          <a:p>
            <a:pPr>
              <a:lnSpc>
                <a:spcPct val="100000"/>
              </a:lnSpc>
              <a:spcBef>
                <a:spcPts val="1191"/>
              </a:spcBef>
              <a:spcAft>
                <a:spcPts val="992"/>
              </a:spcAft>
              <a:tabLst>
                <a:tab pos="0" algn="l"/>
              </a:tabLst>
            </a:pPr>
            <a:endParaRPr lang="en-US" sz="1800" b="0" u="none" strike="noStrike" dirty="0">
              <a:solidFill>
                <a:srgbClr val="000000"/>
              </a:solidFill>
              <a:effectLst/>
              <a:uFillTx/>
              <a:latin typeface="Arial"/>
            </a:endParaRPr>
          </a:p>
          <a:p>
            <a:pPr algn="just">
              <a:lnSpc>
                <a:spcPct val="100000"/>
              </a:lnSpc>
              <a:spcBef>
                <a:spcPts val="1199"/>
              </a:spcBef>
              <a:tabLst>
                <a:tab pos="0" algn="l"/>
              </a:tabLst>
            </a:pPr>
            <a:endParaRPr lang="en-US" sz="1600" b="0" u="none" strike="noStrike" dirty="0">
              <a:solidFill>
                <a:srgbClr val="000000"/>
              </a:solidFill>
              <a:effectLst/>
              <a:uFillTx/>
              <a:latin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PlaceHolder 1"/>
          <p:cNvSpPr>
            <a:spLocks noGrp="1"/>
          </p:cNvSpPr>
          <p:nvPr>
            <p:ph type="title"/>
          </p:nvPr>
        </p:nvSpPr>
        <p:spPr>
          <a:xfrm>
            <a:off x="0" y="0"/>
            <a:ext cx="6476760" cy="837720"/>
          </a:xfrm>
          <a:prstGeom prst="rect">
            <a:avLst/>
          </a:prstGeom>
          <a:noFill/>
          <a:ln w="0">
            <a:noFill/>
          </a:ln>
        </p:spPr>
        <p:txBody>
          <a:bodyPr lIns="91440" tIns="45720" rIns="91440" bIns="45720" anchor="ctr">
            <a:noAutofit/>
          </a:bodyPr>
          <a:lstStyle/>
          <a:p>
            <a:pPr indent="0" algn="ctr">
              <a:lnSpc>
                <a:spcPct val="100000"/>
              </a:lnSpc>
              <a:buNone/>
              <a:tabLst>
                <a:tab pos="0" algn="l"/>
              </a:tabLst>
            </a:pPr>
            <a:r>
              <a:rPr lang="en-US" sz="3200" b="1" u="none" strike="noStrike">
                <a:solidFill>
                  <a:schemeClr val="dk1"/>
                </a:solidFill>
                <a:effectLst/>
                <a:uFillTx/>
                <a:latin typeface="Times New Roman"/>
                <a:ea typeface="Times New Roman"/>
              </a:rPr>
              <a:t>Problem Statement</a:t>
            </a:r>
            <a:endParaRPr lang="en-US" sz="3200" b="0" u="none" strike="noStrike">
              <a:solidFill>
                <a:srgbClr val="000000"/>
              </a:solidFill>
              <a:effectLst/>
              <a:uFillTx/>
              <a:latin typeface="Arial"/>
            </a:endParaRPr>
          </a:p>
        </p:txBody>
      </p:sp>
      <p:sp>
        <p:nvSpPr>
          <p:cNvPr id="53" name="PlaceHolder 2"/>
          <p:cNvSpPr>
            <a:spLocks noGrp="1"/>
          </p:cNvSpPr>
          <p:nvPr>
            <p:ph/>
          </p:nvPr>
        </p:nvSpPr>
        <p:spPr>
          <a:xfrm>
            <a:off x="95760" y="914400"/>
            <a:ext cx="8910360" cy="3886200"/>
          </a:xfrm>
          <a:prstGeom prst="rect">
            <a:avLst/>
          </a:prstGeom>
          <a:noFill/>
          <a:ln w="0">
            <a:noFill/>
          </a:ln>
        </p:spPr>
        <p:txBody>
          <a:bodyPr lIns="91440" tIns="45720" rIns="91440" bIns="45720" anchor="t">
            <a:noAutofit/>
          </a:bodyPr>
          <a:lstStyle/>
          <a:p>
            <a:pPr marL="457200" indent="-368280" algn="l">
              <a:lnSpc>
                <a:spcPct val="100000"/>
              </a:lnSpc>
              <a:spcBef>
                <a:spcPts val="1191"/>
              </a:spcBef>
              <a:spcAft>
                <a:spcPts val="992"/>
              </a:spcAft>
              <a:buClr>
                <a:srgbClr val="000000"/>
              </a:buClr>
              <a:buFont typeface="Arial"/>
              <a:buChar char="•"/>
            </a:pPr>
            <a:r>
              <a:rPr lang="en-US" sz="1800" b="0" u="none" strike="noStrike" dirty="0">
                <a:solidFill>
                  <a:schemeClr val="dk1"/>
                </a:solidFill>
                <a:effectLst/>
                <a:uFillTx/>
                <a:latin typeface="Times New Roman" panose="02020603050405020304" pitchFamily="18" charset="0"/>
                <a:ea typeface="Times New Roman"/>
                <a:cs typeface="Times New Roman" panose="02020603050405020304" pitchFamily="18" charset="0"/>
              </a:rPr>
              <a:t>Existing rental platforms in the sharing economy expose users’ personal information—such as names, profile photos, and backgrounds—before a booking is confirmed. This early disclosure often leads to biased decision-making, where hosts may accept or reject requests based on subjective perceptions rather than objective criteria like availability or user credibility.</a:t>
            </a:r>
            <a:endParaRPr lang="en-US" sz="1800" b="0" u="none" strike="noStrike" dirty="0">
              <a:solidFill>
                <a:srgbClr val="000000"/>
              </a:solidFill>
              <a:effectLst/>
              <a:uFillTx/>
              <a:latin typeface="Times New Roman" panose="02020603050405020304" pitchFamily="18" charset="0"/>
              <a:cs typeface="Times New Roman" panose="02020603050405020304" pitchFamily="18" charset="0"/>
            </a:endParaRPr>
          </a:p>
          <a:p>
            <a:pPr marL="457200" indent="-368280" algn="l">
              <a:lnSpc>
                <a:spcPct val="100000"/>
              </a:lnSpc>
              <a:spcBef>
                <a:spcPts val="1191"/>
              </a:spcBef>
              <a:spcAft>
                <a:spcPts val="992"/>
              </a:spcAft>
              <a:buClr>
                <a:srgbClr val="000000"/>
              </a:buClr>
              <a:buFont typeface="Arial"/>
              <a:buChar char="•"/>
            </a:pPr>
            <a:r>
              <a:rPr lang="en-US" sz="1800" b="0" u="none" strike="noStrike" dirty="0">
                <a:solidFill>
                  <a:schemeClr val="dk1"/>
                </a:solidFill>
                <a:effectLst/>
                <a:uFillTx/>
                <a:latin typeface="Times New Roman" panose="02020603050405020304" pitchFamily="18" charset="0"/>
                <a:ea typeface="Times New Roman"/>
                <a:cs typeface="Times New Roman" panose="02020603050405020304" pitchFamily="18" charset="0"/>
              </a:rPr>
              <a:t>As a result, many users face unfair rejection and unequal access to accommodation opportunities. This highlights a critical design flaw in current systems, where trust-building mechanisms unintentionally promote discrimination instead of ensuring fairness and inclusivity.</a:t>
            </a:r>
            <a:endParaRPr lang="en-US" sz="1800" b="0" u="none" strike="noStrike" dirty="0">
              <a:solidFill>
                <a:srgbClr val="000000"/>
              </a:solidFill>
              <a:effectLst/>
              <a:uFillTx/>
              <a:latin typeface="Times New Roman" panose="02020603050405020304" pitchFamily="18" charset="0"/>
              <a:cs typeface="Times New Roman" panose="02020603050405020304" pitchFamily="18" charset="0"/>
            </a:endParaRPr>
          </a:p>
          <a:p>
            <a:pPr marL="457200" indent="0" algn="l">
              <a:lnSpc>
                <a:spcPct val="100000"/>
              </a:lnSpc>
              <a:spcBef>
                <a:spcPts val="1191"/>
              </a:spcBef>
              <a:spcAft>
                <a:spcPts val="992"/>
              </a:spcAft>
              <a:buNone/>
            </a:pPr>
            <a:endParaRPr lang="en-US" sz="1800" b="0" u="none" strike="noStrike" dirty="0">
              <a:solidFill>
                <a:srgbClr val="000000"/>
              </a:solidFill>
              <a:effectLst/>
              <a:uFillTx/>
              <a:latin typeface="Arial"/>
            </a:endParaRPr>
          </a:p>
          <a:p>
            <a:pPr indent="0" algn="just">
              <a:lnSpc>
                <a:spcPct val="100000"/>
              </a:lnSpc>
              <a:spcBef>
                <a:spcPts val="1199"/>
              </a:spcBef>
              <a:buNone/>
              <a:tabLst>
                <a:tab pos="0" algn="l"/>
              </a:tabLst>
            </a:pPr>
            <a:endParaRPr lang="en-US" sz="1800" b="0" u="none" strike="noStrike" dirty="0">
              <a:solidFill>
                <a:srgbClr val="000000"/>
              </a:solidFill>
              <a:effectLst/>
              <a:uFillTx/>
              <a:latin typeface="Arial"/>
            </a:endParaRPr>
          </a:p>
        </p:txBody>
      </p:sp>
      <p:sp>
        <p:nvSpPr>
          <p:cNvPr id="54" name="Google Shape;70;p4"/>
          <p:cNvSpPr/>
          <p:nvPr/>
        </p:nvSpPr>
        <p:spPr>
          <a:xfrm>
            <a:off x="831240" y="6316560"/>
            <a:ext cx="7481160" cy="411120"/>
          </a:xfrm>
          <a:prstGeom prst="rect">
            <a:avLst/>
          </a:prstGeom>
          <a:noFill/>
          <a:ln w="0">
            <a:noFill/>
          </a:ln>
        </p:spPr>
        <p:style>
          <a:lnRef idx="0">
            <a:scrgbClr r="0" g="0" b="0"/>
          </a:lnRef>
          <a:fillRef idx="0">
            <a:scrgbClr r="0" g="0" b="0"/>
          </a:fillRef>
          <a:effectRef idx="0">
            <a:scrgbClr r="0" g="0" b="0"/>
          </a:effectRef>
          <a:fontRef idx="minor"/>
        </p:style>
        <p:txBody>
          <a:bodyPr tIns="91440" bIns="91440" anchor="t">
            <a:noAutofit/>
          </a:bodyPr>
          <a:lstStyle/>
          <a:p>
            <a:pPr algn="ctr">
              <a:lnSpc>
                <a:spcPct val="100000"/>
              </a:lnSpc>
              <a:tabLst>
                <a:tab pos="0" algn="l"/>
              </a:tabLst>
            </a:pPr>
            <a:r>
              <a:rPr lang="en-US" sz="1900" b="1" u="none" strike="noStrike">
                <a:solidFill>
                  <a:schemeClr val="dk1"/>
                </a:solidFill>
                <a:effectLst/>
                <a:uFillTx/>
                <a:latin typeface="Times New Roman"/>
                <a:ea typeface="Times New Roman"/>
              </a:rPr>
              <a:t>Fig.3</a:t>
            </a:r>
            <a:endParaRPr lang="en-US" sz="1900" b="0" u="none" strike="noStrike">
              <a:solidFill>
                <a:srgbClr val="000000"/>
              </a:solidFill>
              <a:effectLst/>
              <a:uFillTx/>
              <a:latin typeface="Arial"/>
            </a:endParaRPr>
          </a:p>
        </p:txBody>
      </p:sp>
      <p:sp>
        <p:nvSpPr>
          <p:cNvPr id="55" name="Google Shape;71;p4" descr="How to Write A Problem Statement : Comprehensive Guide"/>
          <p:cNvSpPr/>
          <p:nvPr/>
        </p:nvSpPr>
        <p:spPr>
          <a:xfrm>
            <a:off x="4419720" y="3276720"/>
            <a:ext cx="304560" cy="304560"/>
          </a:xfrm>
          <a:prstGeom prst="rect">
            <a:avLst/>
          </a:prstGeom>
          <a:noFill/>
          <a:ln w="0">
            <a:noFill/>
          </a:ln>
        </p:spPr>
        <p:style>
          <a:lnRef idx="0">
            <a:scrgbClr r="0" g="0" b="0"/>
          </a:lnRef>
          <a:fillRef idx="0">
            <a:scrgbClr r="0" g="0" b="0"/>
          </a:fillRef>
          <a:effectRef idx="0">
            <a:scrgbClr r="0" g="0" b="0"/>
          </a:effectRef>
          <a:fontRef idx="minor"/>
        </p:style>
        <p:txBody>
          <a:bodyPr anchor="t">
            <a:noAutofit/>
          </a:bodyPr>
          <a:lstStyle/>
          <a:p>
            <a:endParaRPr lang="en-US" sz="1400" b="0" u="none" strike="noStrike">
              <a:solidFill>
                <a:srgbClr val="000000"/>
              </a:solidFill>
              <a:effectLst/>
              <a:uFillTx/>
              <a:latin typeface="Arial"/>
            </a:endParaRPr>
          </a:p>
        </p:txBody>
      </p:sp>
      <p:sp>
        <p:nvSpPr>
          <p:cNvPr id="56" name="Google Shape;72;p4" descr="How to Write A Problem Statement : Comprehensive Guide"/>
          <p:cNvSpPr/>
          <p:nvPr/>
        </p:nvSpPr>
        <p:spPr>
          <a:xfrm>
            <a:off x="4847400" y="3581280"/>
            <a:ext cx="304560" cy="304560"/>
          </a:xfrm>
          <a:prstGeom prst="rect">
            <a:avLst/>
          </a:prstGeom>
          <a:noFill/>
          <a:ln w="0">
            <a:noFill/>
          </a:ln>
        </p:spPr>
        <p:style>
          <a:lnRef idx="0">
            <a:scrgbClr r="0" g="0" b="0"/>
          </a:lnRef>
          <a:fillRef idx="0">
            <a:scrgbClr r="0" g="0" b="0"/>
          </a:fillRef>
          <a:effectRef idx="0">
            <a:scrgbClr r="0" g="0" b="0"/>
          </a:effectRef>
          <a:fontRef idx="minor"/>
        </p:style>
        <p:txBody>
          <a:bodyPr anchor="t">
            <a:noAutofit/>
          </a:bodyPr>
          <a:lstStyle/>
          <a:p>
            <a:endParaRPr lang="en-US" sz="1400" b="0" u="none" strike="noStrike">
              <a:solidFill>
                <a:srgbClr val="000000"/>
              </a:solidFill>
              <a:effectLst/>
              <a:uFillTx/>
              <a:latin typeface="Arial"/>
            </a:endParaRPr>
          </a:p>
        </p:txBody>
      </p:sp>
      <p:sp>
        <p:nvSpPr>
          <p:cNvPr id="57" name="Google Shape;73;p4" descr="How to Write A Problem Statement : Comprehensive Guide"/>
          <p:cNvSpPr/>
          <p:nvPr/>
        </p:nvSpPr>
        <p:spPr>
          <a:xfrm>
            <a:off x="4572000" y="3429000"/>
            <a:ext cx="304560" cy="304560"/>
          </a:xfrm>
          <a:prstGeom prst="rect">
            <a:avLst/>
          </a:prstGeom>
          <a:noFill/>
          <a:ln w="0">
            <a:noFill/>
          </a:ln>
        </p:spPr>
        <p:style>
          <a:lnRef idx="0">
            <a:scrgbClr r="0" g="0" b="0"/>
          </a:lnRef>
          <a:fillRef idx="0">
            <a:scrgbClr r="0" g="0" b="0"/>
          </a:fillRef>
          <a:effectRef idx="0">
            <a:scrgbClr r="0" g="0" b="0"/>
          </a:effectRef>
          <a:fontRef idx="minor"/>
        </p:style>
        <p:txBody>
          <a:bodyPr anchor="t">
            <a:noAutofit/>
          </a:bodyPr>
          <a:lstStyle/>
          <a:p>
            <a:endParaRPr lang="en-US" sz="1400" b="0" u="none" strike="noStrike">
              <a:solidFill>
                <a:srgbClr val="000000"/>
              </a:solidFill>
              <a:effectLst/>
              <a:uFillTx/>
              <a:latin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 name="PlaceHolder 1"/>
          <p:cNvSpPr>
            <a:spLocks noGrp="1"/>
          </p:cNvSpPr>
          <p:nvPr>
            <p:ph type="title"/>
          </p:nvPr>
        </p:nvSpPr>
        <p:spPr>
          <a:xfrm>
            <a:off x="0" y="0"/>
            <a:ext cx="6476760" cy="837720"/>
          </a:xfrm>
          <a:prstGeom prst="rect">
            <a:avLst/>
          </a:prstGeom>
          <a:noFill/>
          <a:ln w="0">
            <a:noFill/>
          </a:ln>
        </p:spPr>
        <p:txBody>
          <a:bodyPr lIns="91440" tIns="45720" rIns="91440" bIns="45720" anchor="ctr">
            <a:noAutofit/>
          </a:bodyPr>
          <a:lstStyle/>
          <a:p>
            <a:pPr indent="0" algn="ctr">
              <a:lnSpc>
                <a:spcPct val="100000"/>
              </a:lnSpc>
              <a:buNone/>
              <a:tabLst>
                <a:tab pos="0" algn="l"/>
              </a:tabLst>
            </a:pPr>
            <a:r>
              <a:rPr lang="en-US" sz="3200" b="1" u="none" strike="noStrike">
                <a:solidFill>
                  <a:schemeClr val="dk1"/>
                </a:solidFill>
                <a:effectLst/>
                <a:uFillTx/>
                <a:latin typeface="Times New Roman"/>
                <a:ea typeface="Times New Roman"/>
              </a:rPr>
              <a:t>Technical Details</a:t>
            </a:r>
            <a:endParaRPr lang="en-US" sz="3200" b="0" u="none" strike="noStrike">
              <a:solidFill>
                <a:srgbClr val="000000"/>
              </a:solidFill>
              <a:effectLst/>
              <a:uFillTx/>
              <a:latin typeface="Arial"/>
            </a:endParaRPr>
          </a:p>
        </p:txBody>
      </p:sp>
      <p:sp>
        <p:nvSpPr>
          <p:cNvPr id="60" name="PlaceHolder 2"/>
          <p:cNvSpPr>
            <a:spLocks noGrp="1"/>
          </p:cNvSpPr>
          <p:nvPr>
            <p:ph/>
          </p:nvPr>
        </p:nvSpPr>
        <p:spPr>
          <a:xfrm>
            <a:off x="457200" y="1371600"/>
            <a:ext cx="8229240" cy="4525560"/>
          </a:xfrm>
          <a:prstGeom prst="rect">
            <a:avLst/>
          </a:prstGeom>
          <a:noFill/>
          <a:ln w="0">
            <a:noFill/>
          </a:ln>
        </p:spPr>
        <p:txBody>
          <a:bodyPr lIns="91440" tIns="45720" rIns="91440" bIns="45720" anchor="t">
            <a:noAutofit/>
          </a:bodyPr>
          <a:lstStyle/>
          <a:p>
            <a:pPr marL="6480">
              <a:lnSpc>
                <a:spcPct val="115000"/>
              </a:lnSpc>
              <a:spcBef>
                <a:spcPts val="1191"/>
              </a:spcBef>
              <a:spcAft>
                <a:spcPts val="992"/>
              </a:spcAft>
              <a:tabLst>
                <a:tab pos="0" algn="l"/>
              </a:tabLst>
            </a:pPr>
            <a:r>
              <a:rPr lang="en-US" sz="1800" dirty="0" err="1">
                <a:latin typeface="Times New Roman" panose="02020603050405020304" pitchFamily="18" charset="0"/>
                <a:ea typeface="Times New Roman"/>
                <a:cs typeface="Times New Roman" panose="02020603050405020304" pitchFamily="18" charset="0"/>
              </a:rPr>
              <a:t>RoamNest</a:t>
            </a:r>
            <a:r>
              <a:rPr lang="en-US" sz="1800" dirty="0">
                <a:latin typeface="Times New Roman" panose="02020603050405020304" pitchFamily="18" charset="0"/>
                <a:ea typeface="Times New Roman"/>
                <a:cs typeface="Times New Roman" panose="02020603050405020304" pitchFamily="18" charset="0"/>
              </a:rPr>
              <a:t> is developed using a modern full-stack architecture combining a React.js frontend with a Spring Boot backend and PostgreSQL database. The frontend is built as a Single Page Application (SPA) using React and Vite, enabling fast rendering, dynamic UI updates, and smooth navigation. The backend is implemented using Spring Boot, which provides RESTful APIs to handle business logic, user authentication, and booking operations.</a:t>
            </a:r>
            <a:endParaRPr lang="en-US" sz="1800" dirty="0">
              <a:latin typeface="Times New Roman" panose="02020603050405020304" pitchFamily="18" charset="0"/>
              <a:cs typeface="Times New Roman" panose="02020603050405020304" pitchFamily="18" charset="0"/>
            </a:endParaRPr>
          </a:p>
          <a:p>
            <a:pPr marL="6480">
              <a:lnSpc>
                <a:spcPct val="115000"/>
              </a:lnSpc>
              <a:spcBef>
                <a:spcPts val="1191"/>
              </a:spcBef>
              <a:spcAft>
                <a:spcPts val="992"/>
              </a:spcAft>
              <a:tabLst>
                <a:tab pos="0" algn="l"/>
              </a:tabLst>
            </a:pPr>
            <a:r>
              <a:rPr lang="en-US" sz="1800" dirty="0">
                <a:latin typeface="Times New Roman" panose="02020603050405020304" pitchFamily="18" charset="0"/>
                <a:ea typeface="Times New Roman"/>
                <a:cs typeface="Times New Roman" panose="02020603050405020304" pitchFamily="18" charset="0"/>
              </a:rPr>
              <a:t>The system uses JSON Web Tokens (JWT) for secure, stateless authentication, ensuring scalability and performance. Role-Based Access Control (RBAC) is implemented to manage permissions for Admins, Owners, and Users. The database is designed using normalized relational models to maintain data integrity and prevent redundancy. Additionally, security features like password hashing (</a:t>
            </a:r>
            <a:r>
              <a:rPr lang="en-US" sz="1800" dirty="0" err="1">
                <a:latin typeface="Times New Roman" panose="02020603050405020304" pitchFamily="18" charset="0"/>
                <a:ea typeface="Times New Roman"/>
                <a:cs typeface="Times New Roman" panose="02020603050405020304" pitchFamily="18" charset="0"/>
              </a:rPr>
              <a:t>BCrypt</a:t>
            </a:r>
            <a:r>
              <a:rPr lang="en-US" sz="1800" dirty="0">
                <a:latin typeface="Times New Roman" panose="02020603050405020304" pitchFamily="18" charset="0"/>
                <a:ea typeface="Times New Roman"/>
                <a:cs typeface="Times New Roman" panose="02020603050405020304" pitchFamily="18" charset="0"/>
              </a:rPr>
              <a:t>), CORS configuration, and SQL injection prevention are integrated to ensure a secure and reliable application.</a:t>
            </a:r>
            <a:endParaRPr lang="en-US" sz="1800" dirty="0">
              <a:latin typeface="Times New Roman" panose="02020603050405020304" pitchFamily="18" charset="0"/>
              <a:cs typeface="Times New Roman" panose="02020603050405020304" pitchFamily="18" charset="0"/>
            </a:endParaRPr>
          </a:p>
          <a:p>
            <a:pPr marL="6480">
              <a:lnSpc>
                <a:spcPct val="115000"/>
              </a:lnSpc>
              <a:spcBef>
                <a:spcPts val="1191"/>
              </a:spcBef>
              <a:spcAft>
                <a:spcPts val="992"/>
              </a:spcAft>
              <a:tabLst>
                <a:tab pos="0" algn="l"/>
              </a:tabLst>
            </a:pPr>
            <a:endParaRPr lang="en-US" sz="2000" dirty="0"/>
          </a:p>
          <a:p>
            <a:pPr indent="0" algn="l">
              <a:spcBef>
                <a:spcPts val="1417"/>
              </a:spcBef>
              <a:buNone/>
            </a:pPr>
            <a:endParaRPr lang="en-US" sz="2200" b="0" u="none" strike="noStrike" dirty="0">
              <a:solidFill>
                <a:srgbClr val="000000"/>
              </a:solidFill>
              <a:effectLst/>
              <a:uFillTx/>
              <a:latin typeface="Arial"/>
            </a:endParaRPr>
          </a:p>
        </p:txBody>
      </p:sp>
      <p:sp>
        <p:nvSpPr>
          <p:cNvPr id="62" name="Google Shape;83;p5"/>
          <p:cNvSpPr/>
          <p:nvPr/>
        </p:nvSpPr>
        <p:spPr>
          <a:xfrm>
            <a:off x="997920" y="6271920"/>
            <a:ext cx="6857640" cy="500400"/>
          </a:xfrm>
          <a:prstGeom prst="rect">
            <a:avLst/>
          </a:prstGeom>
          <a:noFill/>
          <a:ln w="0">
            <a:noFill/>
          </a:ln>
        </p:spPr>
        <p:style>
          <a:lnRef idx="0">
            <a:scrgbClr r="0" g="0" b="0"/>
          </a:lnRef>
          <a:fillRef idx="0">
            <a:scrgbClr r="0" g="0" b="0"/>
          </a:fillRef>
          <a:effectRef idx="0">
            <a:scrgbClr r="0" g="0" b="0"/>
          </a:effectRef>
          <a:fontRef idx="minor"/>
        </p:style>
        <p:txBody>
          <a:bodyPr tIns="91440" bIns="91440" anchor="t">
            <a:noAutofit/>
          </a:bodyPr>
          <a:lstStyle/>
          <a:p>
            <a:pPr algn="ctr">
              <a:lnSpc>
                <a:spcPct val="100000"/>
              </a:lnSpc>
              <a:tabLst>
                <a:tab pos="0" algn="l"/>
              </a:tabLst>
            </a:pPr>
            <a:r>
              <a:rPr lang="en-US" sz="1900" b="1" u="none" strike="noStrike">
                <a:solidFill>
                  <a:schemeClr val="dk1"/>
                </a:solidFill>
                <a:effectLst/>
                <a:uFillTx/>
                <a:latin typeface="Times New Roman"/>
                <a:ea typeface="Times New Roman"/>
              </a:rPr>
              <a:t>Fig.4</a:t>
            </a:r>
            <a:endParaRPr lang="en-US" sz="1900" b="0" u="none" strike="noStrike">
              <a:solidFill>
                <a:srgbClr val="000000"/>
              </a:solidFill>
              <a:effectLst/>
              <a:uFillTx/>
              <a:latin typeface="Arial"/>
            </a:endParaRPr>
          </a:p>
          <a:p>
            <a:pPr algn="ctr">
              <a:lnSpc>
                <a:spcPct val="100000"/>
              </a:lnSpc>
              <a:tabLst>
                <a:tab pos="0" algn="l"/>
              </a:tabLst>
            </a:pPr>
            <a:endParaRPr lang="en-US" sz="1900" b="0" u="none" strike="noStrike">
              <a:solidFill>
                <a:srgbClr val="000000"/>
              </a:solidFill>
              <a:effectLst/>
              <a:uFillTx/>
              <a:latin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 name="PlaceHolder 1"/>
          <p:cNvSpPr>
            <a:spLocks noGrp="1"/>
          </p:cNvSpPr>
          <p:nvPr>
            <p:ph type="title"/>
          </p:nvPr>
        </p:nvSpPr>
        <p:spPr>
          <a:xfrm>
            <a:off x="0" y="0"/>
            <a:ext cx="6476760" cy="837720"/>
          </a:xfrm>
          <a:prstGeom prst="rect">
            <a:avLst/>
          </a:prstGeom>
          <a:noFill/>
          <a:ln w="0">
            <a:noFill/>
          </a:ln>
        </p:spPr>
        <p:txBody>
          <a:bodyPr lIns="91440" tIns="45720" rIns="91440" bIns="45720" anchor="ctr">
            <a:noAutofit/>
          </a:bodyPr>
          <a:lstStyle/>
          <a:p>
            <a:pPr indent="0" algn="ctr">
              <a:lnSpc>
                <a:spcPct val="100000"/>
              </a:lnSpc>
              <a:buNone/>
              <a:tabLst>
                <a:tab pos="0" algn="l"/>
              </a:tabLst>
            </a:pPr>
            <a:r>
              <a:rPr lang="en-US" sz="3200" b="1" u="none" strike="noStrike">
                <a:solidFill>
                  <a:schemeClr val="dk1"/>
                </a:solidFill>
                <a:effectLst/>
                <a:uFillTx/>
                <a:latin typeface="Times New Roman"/>
                <a:ea typeface="Times New Roman"/>
              </a:rPr>
              <a:t>Application Flow &amp; Use Cases </a:t>
            </a:r>
            <a:endParaRPr lang="en-US" sz="3200" b="0" u="none" strike="noStrike">
              <a:solidFill>
                <a:srgbClr val="000000"/>
              </a:solidFill>
              <a:effectLst/>
              <a:uFillTx/>
              <a:latin typeface="Arial"/>
            </a:endParaRPr>
          </a:p>
        </p:txBody>
      </p:sp>
      <p:sp>
        <p:nvSpPr>
          <p:cNvPr id="64" name="PlaceHolder 2"/>
          <p:cNvSpPr>
            <a:spLocks noGrp="1"/>
          </p:cNvSpPr>
          <p:nvPr>
            <p:ph/>
          </p:nvPr>
        </p:nvSpPr>
        <p:spPr>
          <a:xfrm>
            <a:off x="373680" y="1037880"/>
            <a:ext cx="8229240" cy="4181400"/>
          </a:xfrm>
          <a:prstGeom prst="rect">
            <a:avLst/>
          </a:prstGeom>
          <a:noFill/>
          <a:ln w="0">
            <a:noFill/>
          </a:ln>
        </p:spPr>
        <p:txBody>
          <a:bodyPr lIns="91440" tIns="45720" rIns="91440" bIns="45720" anchor="t">
            <a:noAutofit/>
          </a:bodyPr>
          <a:lstStyle/>
          <a:p>
            <a:pPr indent="0" algn="l">
              <a:lnSpc>
                <a:spcPct val="107000"/>
              </a:lnSpc>
              <a:spcBef>
                <a:spcPts val="1199"/>
              </a:spcBef>
              <a:buNone/>
              <a:tabLst>
                <a:tab pos="0" algn="l"/>
              </a:tabLst>
            </a:pPr>
            <a:r>
              <a:rPr lang="en-US" sz="1800" b="0" u="none" strike="noStrike">
                <a:solidFill>
                  <a:schemeClr val="dk1"/>
                </a:solidFill>
                <a:effectLst/>
                <a:uFillTx/>
                <a:latin typeface="Times New Roman"/>
                <a:ea typeface="Times New Roman"/>
              </a:rPr>
              <a:t>To understand the architecture of RoamNest, it is critical to understand the primary user journeys that the system supports. </a:t>
            </a:r>
            <a:endParaRPr lang="en-US" sz="1800" b="0" u="none" strike="noStrike">
              <a:solidFill>
                <a:srgbClr val="000000"/>
              </a:solidFill>
              <a:effectLst/>
              <a:uFillTx/>
              <a:latin typeface="Arial"/>
            </a:endParaRPr>
          </a:p>
          <a:p>
            <a:pPr indent="0" algn="l">
              <a:lnSpc>
                <a:spcPct val="107000"/>
              </a:lnSpc>
              <a:spcBef>
                <a:spcPts val="1199"/>
              </a:spcBef>
              <a:buNone/>
              <a:tabLst>
                <a:tab pos="0" algn="l"/>
              </a:tabLst>
            </a:pPr>
            <a:r>
              <a:rPr lang="en-US" sz="1600" b="1" u="none" strike="noStrike">
                <a:solidFill>
                  <a:schemeClr val="dk1"/>
                </a:solidFill>
                <a:effectLst/>
                <a:uFillTx/>
                <a:latin typeface="Times New Roman"/>
                <a:ea typeface="Times New Roman"/>
              </a:rPr>
              <a:t>User Registration and Authentication Flow </a:t>
            </a:r>
            <a:endParaRPr lang="en-US" sz="1600" b="0" u="none" strike="noStrike">
              <a:solidFill>
                <a:srgbClr val="000000"/>
              </a:solidFill>
              <a:effectLst/>
              <a:uFillTx/>
              <a:latin typeface="Arial"/>
            </a:endParaRPr>
          </a:p>
          <a:p>
            <a:pPr indent="0" algn="l">
              <a:lnSpc>
                <a:spcPct val="107000"/>
              </a:lnSpc>
              <a:spcBef>
                <a:spcPts val="1199"/>
              </a:spcBef>
              <a:buNone/>
              <a:tabLst>
                <a:tab pos="0" algn="l"/>
              </a:tabLst>
            </a:pPr>
            <a:r>
              <a:rPr lang="en-US" sz="1600" b="0" u="none" strike="noStrike">
                <a:solidFill>
                  <a:schemeClr val="dk1"/>
                </a:solidFill>
                <a:effectLst/>
                <a:uFillTx/>
                <a:latin typeface="Times New Roman"/>
                <a:ea typeface="Times New Roman"/>
              </a:rPr>
              <a:t>Users land on the RoamNest application and can choose to register as either a USER (Guest) or an OWNER (Host). Upon submission, the Spring Boot backend hashes the password using BCrypt and stores the profile in PostgreSQL. Upon logging in, the backend authenticates the credentials and issues a stateless JSON Web Token (JWT) valid for 24 hours. This token dictates what UI elements the React frontend displays. </a:t>
            </a:r>
            <a:endParaRPr lang="en-US" sz="1600" b="0" u="none" strike="noStrike">
              <a:solidFill>
                <a:srgbClr val="000000"/>
              </a:solidFill>
              <a:effectLst/>
              <a:uFillTx/>
              <a:latin typeface="Arial"/>
            </a:endParaRPr>
          </a:p>
          <a:p>
            <a:pPr indent="0" algn="l">
              <a:lnSpc>
                <a:spcPct val="107000"/>
              </a:lnSpc>
              <a:spcBef>
                <a:spcPts val="1199"/>
              </a:spcBef>
              <a:buNone/>
              <a:tabLst>
                <a:tab pos="0" algn="l"/>
              </a:tabLst>
            </a:pPr>
            <a:r>
              <a:rPr lang="en-US" sz="1600" b="1" u="none" strike="noStrike">
                <a:solidFill>
                  <a:schemeClr val="dk1"/>
                </a:solidFill>
                <a:effectLst/>
                <a:uFillTx/>
                <a:latin typeface="Times New Roman"/>
                <a:ea typeface="Times New Roman"/>
              </a:rPr>
              <a:t> Flow:</a:t>
            </a:r>
            <a:br>
              <a:rPr sz="1600"/>
            </a:br>
            <a:r>
              <a:rPr lang="en-US" sz="1600" b="0" u="none" strike="noStrike">
                <a:solidFill>
                  <a:schemeClr val="dk1"/>
                </a:solidFill>
                <a:effectLst/>
                <a:uFillTx/>
                <a:latin typeface="Times New Roman"/>
                <a:ea typeface="Times New Roman"/>
              </a:rPr>
              <a:t>Start → Registration/Login → Select Role (Guest/Owner) </a:t>
            </a:r>
            <a:endParaRPr lang="en-US" sz="1600" b="0" u="none" strike="noStrike">
              <a:solidFill>
                <a:srgbClr val="000000"/>
              </a:solidFill>
              <a:effectLst/>
              <a:uFillTx/>
              <a:latin typeface="Arial"/>
            </a:endParaRPr>
          </a:p>
          <a:p>
            <a:pPr indent="0" algn="l">
              <a:lnSpc>
                <a:spcPct val="107000"/>
              </a:lnSpc>
              <a:spcBef>
                <a:spcPts val="1199"/>
              </a:spcBef>
              <a:buNone/>
              <a:tabLst>
                <a:tab pos="0" algn="l"/>
              </a:tabLst>
            </a:pPr>
            <a:r>
              <a:rPr lang="en-US" sz="1600" b="0" u="none" strike="noStrike">
                <a:solidFill>
                  <a:schemeClr val="dk1"/>
                </a:solidFill>
                <a:effectLst/>
                <a:uFillTx/>
                <a:latin typeface="Times New Roman"/>
                <a:ea typeface="Times New Roman"/>
              </a:rPr>
              <a:t>      → Guest Browses Properties → Apply Filters → Select Property </a:t>
            </a:r>
            <a:endParaRPr lang="en-US" sz="1600" b="0" u="none" strike="noStrike">
              <a:solidFill>
                <a:srgbClr val="000000"/>
              </a:solidFill>
              <a:effectLst/>
              <a:uFillTx/>
              <a:latin typeface="Arial"/>
            </a:endParaRPr>
          </a:p>
          <a:p>
            <a:pPr indent="0" algn="l">
              <a:lnSpc>
                <a:spcPct val="107000"/>
              </a:lnSpc>
              <a:spcBef>
                <a:spcPts val="1199"/>
              </a:spcBef>
              <a:buNone/>
              <a:tabLst>
                <a:tab pos="0" algn="l"/>
              </a:tabLst>
            </a:pPr>
            <a:r>
              <a:rPr lang="en-US" sz="1600" b="0" u="none" strike="noStrike">
                <a:solidFill>
                  <a:schemeClr val="dk1"/>
                </a:solidFill>
                <a:effectLst/>
                <a:uFillTx/>
                <a:latin typeface="Times New Roman"/>
                <a:ea typeface="Times New Roman"/>
              </a:rPr>
              <a:t>      → Send Booking Request (PENDING) </a:t>
            </a:r>
            <a:endParaRPr lang="en-US" sz="1600" b="0" u="none" strike="noStrike">
              <a:solidFill>
                <a:srgbClr val="000000"/>
              </a:solidFill>
              <a:effectLst/>
              <a:uFillTx/>
              <a:latin typeface="Arial"/>
            </a:endParaRPr>
          </a:p>
          <a:p>
            <a:pPr indent="0" algn="l">
              <a:lnSpc>
                <a:spcPct val="107000"/>
              </a:lnSpc>
              <a:spcBef>
                <a:spcPts val="1199"/>
              </a:spcBef>
              <a:buNone/>
              <a:tabLst>
                <a:tab pos="0" algn="l"/>
              </a:tabLst>
            </a:pPr>
            <a:r>
              <a:rPr lang="en-US" sz="1600" b="0" u="none" strike="noStrike">
                <a:solidFill>
                  <a:schemeClr val="dk1"/>
                </a:solidFill>
                <a:effectLst/>
                <a:uFillTx/>
                <a:latin typeface="Times New Roman"/>
                <a:ea typeface="Times New Roman"/>
              </a:rPr>
              <a:t>      → Owner Views Request (Blind Info) </a:t>
            </a:r>
            <a:endParaRPr lang="en-US" sz="1600" b="0" u="none" strike="noStrike">
              <a:solidFill>
                <a:srgbClr val="000000"/>
              </a:solidFill>
              <a:effectLst/>
              <a:uFillTx/>
              <a:latin typeface="Arial"/>
            </a:endParaRPr>
          </a:p>
          <a:p>
            <a:pPr indent="0" algn="l">
              <a:lnSpc>
                <a:spcPct val="107000"/>
              </a:lnSpc>
              <a:spcBef>
                <a:spcPts val="1199"/>
              </a:spcBef>
              <a:buNone/>
              <a:tabLst>
                <a:tab pos="0" algn="l"/>
              </a:tabLst>
            </a:pPr>
            <a:r>
              <a:rPr lang="en-US" sz="1600" b="0" u="none" strike="noStrike">
                <a:solidFill>
                  <a:schemeClr val="dk1"/>
                </a:solidFill>
                <a:effectLst/>
                <a:uFillTx/>
                <a:latin typeface="Times New Roman"/>
                <a:ea typeface="Times New Roman"/>
              </a:rPr>
              <a:t>      → Approve / Reject </a:t>
            </a:r>
            <a:endParaRPr lang="en-US" sz="1600" b="0" u="none" strike="noStrike">
              <a:solidFill>
                <a:srgbClr val="000000"/>
              </a:solidFill>
              <a:effectLst/>
              <a:uFillTx/>
              <a:latin typeface="Arial"/>
            </a:endParaRPr>
          </a:p>
          <a:p>
            <a:pPr indent="0" algn="l">
              <a:lnSpc>
                <a:spcPct val="107000"/>
              </a:lnSpc>
              <a:spcBef>
                <a:spcPts val="1199"/>
              </a:spcBef>
              <a:buNone/>
              <a:tabLst>
                <a:tab pos="0" algn="l"/>
              </a:tabLst>
            </a:pPr>
            <a:r>
              <a:rPr lang="en-US" sz="1600" b="0" u="none" strike="noStrike">
                <a:solidFill>
                  <a:schemeClr val="dk1"/>
                </a:solidFill>
                <a:effectLst/>
                <a:uFillTx/>
                <a:latin typeface="Times New Roman"/>
                <a:ea typeface="Times New Roman"/>
              </a:rPr>
              <a:t>      → If Approved → Reveal Guest Details </a:t>
            </a:r>
            <a:endParaRPr lang="en-US" sz="1600" b="0" u="none" strike="noStrike">
              <a:solidFill>
                <a:srgbClr val="000000"/>
              </a:solidFill>
              <a:effectLst/>
              <a:uFillTx/>
              <a:latin typeface="Arial"/>
            </a:endParaRPr>
          </a:p>
          <a:p>
            <a:pPr indent="0" algn="l">
              <a:lnSpc>
                <a:spcPct val="107000"/>
              </a:lnSpc>
              <a:spcBef>
                <a:spcPts val="1199"/>
              </a:spcBef>
              <a:buNone/>
              <a:tabLst>
                <a:tab pos="0" algn="l"/>
              </a:tabLst>
            </a:pPr>
            <a:r>
              <a:rPr lang="en-US" sz="1600" b="0" u="none" strike="noStrike">
                <a:solidFill>
                  <a:schemeClr val="dk1"/>
                </a:solidFill>
                <a:effectLst/>
                <a:uFillTx/>
                <a:latin typeface="Times New Roman"/>
                <a:ea typeface="Times New Roman"/>
              </a:rPr>
              <a:t>      → Booking Confirmed → End</a:t>
            </a:r>
            <a:endParaRPr lang="en-US" sz="1600" b="0" u="none" strike="noStrike">
              <a:solidFill>
                <a:srgbClr val="000000"/>
              </a:solidFill>
              <a:effectLst/>
              <a:uFillTx/>
              <a:latin typeface="Arial"/>
            </a:endParaRPr>
          </a:p>
          <a:p>
            <a:pPr indent="0" algn="l">
              <a:lnSpc>
                <a:spcPct val="100000"/>
              </a:lnSpc>
              <a:spcBef>
                <a:spcPts val="799"/>
              </a:spcBef>
              <a:buNone/>
              <a:tabLst>
                <a:tab pos="0" algn="l"/>
              </a:tabLst>
            </a:pPr>
            <a:endParaRPr lang="en-US" sz="1600" b="0" u="none" strike="noStrike">
              <a:solidFill>
                <a:srgbClr val="000000"/>
              </a:solidFill>
              <a:effectLst/>
              <a:uFillTx/>
              <a:latin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 name="PlaceHolder 1"/>
          <p:cNvSpPr>
            <a:spLocks noGrp="1"/>
          </p:cNvSpPr>
          <p:nvPr>
            <p:ph type="title"/>
          </p:nvPr>
        </p:nvSpPr>
        <p:spPr>
          <a:xfrm>
            <a:off x="0" y="0"/>
            <a:ext cx="6476760" cy="837720"/>
          </a:xfrm>
          <a:prstGeom prst="rect">
            <a:avLst/>
          </a:prstGeom>
          <a:noFill/>
          <a:ln w="0">
            <a:noFill/>
          </a:ln>
        </p:spPr>
        <p:txBody>
          <a:bodyPr lIns="91440" tIns="45720" rIns="91440" bIns="45720" anchor="ctr">
            <a:noAutofit/>
          </a:bodyPr>
          <a:lstStyle/>
          <a:p>
            <a:pPr indent="0" algn="ctr">
              <a:lnSpc>
                <a:spcPct val="100000"/>
              </a:lnSpc>
              <a:buNone/>
              <a:tabLst>
                <a:tab pos="0" algn="l"/>
              </a:tabLst>
            </a:pPr>
            <a:r>
              <a:rPr lang="en-US" sz="3200" b="1" u="none" strike="noStrike">
                <a:solidFill>
                  <a:schemeClr val="dk1"/>
                </a:solidFill>
                <a:effectLst/>
                <a:uFillTx/>
                <a:latin typeface="Times New Roman"/>
                <a:ea typeface="Times New Roman"/>
              </a:rPr>
              <a:t>Application Flow &amp; Use Cases </a:t>
            </a:r>
            <a:endParaRPr lang="en-US" sz="3200" b="0" u="none" strike="noStrike">
              <a:solidFill>
                <a:srgbClr val="000000"/>
              </a:solidFill>
              <a:effectLst/>
              <a:uFillTx/>
              <a:latin typeface="Arial"/>
            </a:endParaRPr>
          </a:p>
        </p:txBody>
      </p:sp>
      <p:sp>
        <p:nvSpPr>
          <p:cNvPr id="66" name="AutoShape 6" descr="Generated image: AI personalized learning tech stack diagram"/>
          <p:cNvSpPr/>
          <p:nvPr/>
        </p:nvSpPr>
        <p:spPr>
          <a:xfrm>
            <a:off x="1893960" y="3276720"/>
            <a:ext cx="2829960" cy="2829960"/>
          </a:xfrm>
          <a:prstGeom prst="rect">
            <a:avLst/>
          </a:prstGeom>
          <a:noFill/>
          <a:ln w="0">
            <a:noFill/>
          </a:ln>
        </p:spPr>
        <p:style>
          <a:lnRef idx="0">
            <a:scrgbClr r="0" g="0" b="0"/>
          </a:lnRef>
          <a:fillRef idx="0">
            <a:scrgbClr r="0" g="0" b="0"/>
          </a:fillRef>
          <a:effectRef idx="0">
            <a:scrgbClr r="0" g="0" b="0"/>
          </a:effectRef>
          <a:fontRef idx="minor"/>
        </p:style>
        <p:txBody>
          <a:bodyPr numCol="1" spcCol="0" anchor="t">
            <a:noAutofit/>
          </a:bodyPr>
          <a:lstStyle/>
          <a:p>
            <a:endParaRPr lang="en-IN" sz="1400" b="0" u="none" strike="noStrike">
              <a:solidFill>
                <a:srgbClr val="000000"/>
              </a:solidFill>
              <a:effectLst/>
              <a:uFillTx/>
              <a:latin typeface="Arial"/>
            </a:endParaRPr>
          </a:p>
        </p:txBody>
      </p:sp>
      <p:sp>
        <p:nvSpPr>
          <p:cNvPr id="67" name="TextBox 66"/>
          <p:cNvSpPr txBox="1"/>
          <p:nvPr/>
        </p:nvSpPr>
        <p:spPr>
          <a:xfrm>
            <a:off x="164592" y="942335"/>
            <a:ext cx="3767328" cy="829543"/>
          </a:xfrm>
          <a:prstGeom prst="rect">
            <a:avLst/>
          </a:prstGeom>
          <a:noFill/>
          <a:ln w="0">
            <a:noFill/>
          </a:ln>
        </p:spPr>
        <p:txBody>
          <a:bodyPr wrap="square" lIns="90000" tIns="45000" rIns="90000" bIns="45000" anchor="t">
            <a:spAutoFit/>
          </a:bodyPr>
          <a:lstStyle/>
          <a:p>
            <a:r>
              <a:rPr lang="en-US" sz="1600" b="1" u="none" strike="noStrike" dirty="0">
                <a:solidFill>
                  <a:schemeClr val="dk1"/>
                </a:solidFill>
                <a:effectLst/>
                <a:uFillTx/>
                <a:latin typeface="Times New Roman"/>
                <a:ea typeface="Times New Roman"/>
              </a:rPr>
              <a:t> Owner Property Listing Flow:  </a:t>
            </a:r>
            <a:endParaRPr lang="en-US" sz="1600" b="0" u="none" strike="noStrike" dirty="0">
              <a:solidFill>
                <a:srgbClr val="000000"/>
              </a:solidFill>
              <a:effectLst/>
              <a:uFillTx/>
              <a:latin typeface="Arial"/>
            </a:endParaRPr>
          </a:p>
          <a:p>
            <a:endParaRPr lang="en-US" sz="1600" b="0" u="none" strike="noStrike" dirty="0">
              <a:solidFill>
                <a:srgbClr val="000000"/>
              </a:solidFill>
              <a:effectLst/>
              <a:uFillTx/>
              <a:latin typeface="Arial"/>
            </a:endParaRPr>
          </a:p>
          <a:p>
            <a:endParaRPr lang="en-US" sz="1600" b="0" u="none" strike="noStrike" dirty="0">
              <a:solidFill>
                <a:srgbClr val="000000"/>
              </a:solidFill>
              <a:effectLst/>
              <a:uFillTx/>
              <a:latin typeface="Arial"/>
            </a:endParaRPr>
          </a:p>
        </p:txBody>
      </p:sp>
      <p:sp>
        <p:nvSpPr>
          <p:cNvPr id="68" name="TextBox 67"/>
          <p:cNvSpPr txBox="1"/>
          <p:nvPr/>
        </p:nvSpPr>
        <p:spPr>
          <a:xfrm>
            <a:off x="228600" y="979920"/>
            <a:ext cx="8915400" cy="2922423"/>
          </a:xfrm>
          <a:prstGeom prst="rect">
            <a:avLst/>
          </a:prstGeom>
          <a:noFill/>
          <a:ln w="0">
            <a:noFill/>
          </a:ln>
        </p:spPr>
        <p:txBody>
          <a:bodyPr lIns="90000" tIns="45000" rIns="90000" bIns="45000" anchor="t">
            <a:spAutoFit/>
          </a:bodyPr>
          <a:lstStyle/>
          <a:p>
            <a:endParaRPr lang="en-US" sz="1800" b="0" u="none" strike="noStrike" dirty="0">
              <a:solidFill>
                <a:srgbClr val="000000"/>
              </a:solidFill>
              <a:effectLst/>
              <a:uFillTx/>
              <a:latin typeface="Arial"/>
            </a:endParaRPr>
          </a:p>
          <a:p>
            <a:r>
              <a:rPr lang="en-US" sz="1600" b="0" u="none" strike="noStrike" dirty="0">
                <a:solidFill>
                  <a:srgbClr val="000000"/>
                </a:solidFill>
                <a:effectLst/>
                <a:uFillTx/>
                <a:latin typeface="Times New Roman" panose="02020603050405020304" pitchFamily="18" charset="0"/>
                <a:cs typeface="Times New Roman" panose="02020603050405020304" pitchFamily="18" charset="0"/>
              </a:rPr>
              <a:t>A user with the OWNER role accesses their dedicated dashboard. They can create a new property listing by providing a title, description, location, maximum guest capacity, and price per night. The data is securely transmitted via a POST request with the JWT in the Authorization header. </a:t>
            </a:r>
          </a:p>
          <a:p>
            <a:endParaRPr lang="en-US" sz="1800" b="0" u="none" strike="noStrike" dirty="0">
              <a:solidFill>
                <a:srgbClr val="000000"/>
              </a:solidFill>
              <a:effectLst/>
              <a:uFillTx/>
              <a:latin typeface="Times New Roman" panose="02020603050405020304" pitchFamily="18" charset="0"/>
              <a:cs typeface="Times New Roman" panose="02020603050405020304" pitchFamily="18" charset="0"/>
            </a:endParaRPr>
          </a:p>
          <a:p>
            <a:r>
              <a:rPr lang="en-US" sz="1600" b="1" u="none" strike="noStrike" dirty="0">
                <a:solidFill>
                  <a:schemeClr val="dk1"/>
                </a:solidFill>
                <a:effectLst/>
                <a:uFillTx/>
                <a:latin typeface="Times New Roman" panose="02020603050405020304" pitchFamily="18" charset="0"/>
                <a:ea typeface="Times New Roman"/>
                <a:cs typeface="Times New Roman" panose="02020603050405020304" pitchFamily="18" charset="0"/>
              </a:rPr>
              <a:t>Guest Booking Flow: </a:t>
            </a:r>
            <a:endParaRPr lang="en-US" sz="1600" b="0" u="none" strike="noStrike" dirty="0">
              <a:solidFill>
                <a:srgbClr val="000000"/>
              </a:solidFill>
              <a:effectLst/>
              <a:uFillTx/>
              <a:latin typeface="Times New Roman" panose="02020603050405020304" pitchFamily="18" charset="0"/>
              <a:cs typeface="Times New Roman" panose="02020603050405020304" pitchFamily="18" charset="0"/>
            </a:endParaRPr>
          </a:p>
          <a:p>
            <a:r>
              <a:rPr lang="en-US" sz="1600" b="0" u="none" strike="noStrike" dirty="0">
                <a:solidFill>
                  <a:schemeClr val="dk1"/>
                </a:solidFill>
                <a:effectLst/>
                <a:uFillTx/>
                <a:latin typeface="Times New Roman" panose="02020603050405020304" pitchFamily="18" charset="0"/>
                <a:ea typeface="Times New Roman"/>
                <a:cs typeface="Times New Roman" panose="02020603050405020304" pitchFamily="18" charset="0"/>
              </a:rPr>
              <a:t>A user with the USER role browses the platform, utilizing filters (location, price, dates). Upon selecting a property, they initiate a booking request. The system verifies property availability for the selected dates and generates a PENDING booking record in the database. </a:t>
            </a:r>
            <a:endParaRPr lang="en-US" sz="1600" b="0" u="none" strike="noStrike" dirty="0">
              <a:solidFill>
                <a:srgbClr val="000000"/>
              </a:solidFill>
              <a:effectLst/>
              <a:uFillTx/>
              <a:latin typeface="Times New Roman" panose="02020603050405020304" pitchFamily="18" charset="0"/>
              <a:cs typeface="Times New Roman" panose="02020603050405020304" pitchFamily="18" charset="0"/>
            </a:endParaRPr>
          </a:p>
          <a:p>
            <a:endParaRPr lang="en-US" sz="1800" b="0" u="none" strike="noStrike" dirty="0">
              <a:solidFill>
                <a:srgbClr val="000000"/>
              </a:solidFill>
              <a:effectLst/>
              <a:uFillTx/>
              <a:latin typeface="Arial"/>
            </a:endParaRPr>
          </a:p>
          <a:p>
            <a:endParaRPr lang="en-US" sz="1800" b="0" u="none" strike="noStrike" dirty="0">
              <a:solidFill>
                <a:srgbClr val="000000"/>
              </a:solidFill>
              <a:effectLst/>
              <a:uFillTx/>
              <a:latin typeface="Arial"/>
            </a:endParaRPr>
          </a:p>
        </p:txBody>
      </p:sp>
      <p:sp>
        <p:nvSpPr>
          <p:cNvPr id="69" name="TextBox 68"/>
          <p:cNvSpPr txBox="1"/>
          <p:nvPr/>
        </p:nvSpPr>
        <p:spPr>
          <a:xfrm>
            <a:off x="0" y="3296264"/>
            <a:ext cx="5065200" cy="367878"/>
          </a:xfrm>
          <a:prstGeom prst="rect">
            <a:avLst/>
          </a:prstGeom>
          <a:noFill/>
          <a:ln w="0">
            <a:noFill/>
          </a:ln>
        </p:spPr>
        <p:txBody>
          <a:bodyPr lIns="90000" tIns="45000" rIns="90000" bIns="45000" anchor="t">
            <a:spAutoFit/>
          </a:bodyPr>
          <a:lstStyle/>
          <a:p>
            <a:r>
              <a:rPr lang="en-US" sz="1800" b="1" u="none" strike="noStrike" dirty="0">
                <a:solidFill>
                  <a:srgbClr val="000000"/>
                </a:solidFill>
                <a:effectLst/>
                <a:uFillTx/>
                <a:latin typeface="Arial"/>
              </a:rPr>
              <a:t>  </a:t>
            </a:r>
            <a:r>
              <a:rPr lang="en-US" sz="1600" b="1" u="none" strike="noStrike" dirty="0">
                <a:solidFill>
                  <a:srgbClr val="000000"/>
                </a:solidFill>
                <a:effectLst/>
                <a:uFillTx/>
                <a:latin typeface="Times New Roman" panose="02020603050405020304" pitchFamily="18" charset="0"/>
                <a:cs typeface="Times New Roman" panose="02020603050405020304" pitchFamily="18" charset="0"/>
              </a:rPr>
              <a:t>The "Blind Booking" Owner Decision Flow</a:t>
            </a:r>
            <a:r>
              <a:rPr lang="en-US" sz="1800" b="1" u="none" strike="noStrike" dirty="0">
                <a:solidFill>
                  <a:srgbClr val="000000"/>
                </a:solidFill>
                <a:effectLst/>
                <a:uFillTx/>
                <a:latin typeface="Times New Roman" panose="02020603050405020304" pitchFamily="18" charset="0"/>
                <a:cs typeface="Times New Roman" panose="02020603050405020304" pitchFamily="18" charset="0"/>
              </a:rPr>
              <a:t>:</a:t>
            </a:r>
            <a:r>
              <a:rPr lang="en-US" sz="1800" b="0" u="none" strike="noStrike" dirty="0">
                <a:solidFill>
                  <a:srgbClr val="000000"/>
                </a:solidFill>
                <a:effectLst/>
                <a:uFillTx/>
                <a:latin typeface="Times New Roman" panose="02020603050405020304" pitchFamily="18" charset="0"/>
                <a:cs typeface="Times New Roman" panose="02020603050405020304" pitchFamily="18" charset="0"/>
              </a:rPr>
              <a:t> </a:t>
            </a:r>
          </a:p>
        </p:txBody>
      </p:sp>
      <p:sp>
        <p:nvSpPr>
          <p:cNvPr id="70" name="TextBox 69"/>
          <p:cNvSpPr txBox="1"/>
          <p:nvPr/>
        </p:nvSpPr>
        <p:spPr>
          <a:xfrm>
            <a:off x="164592" y="3664142"/>
            <a:ext cx="8686800" cy="2860868"/>
          </a:xfrm>
          <a:prstGeom prst="rect">
            <a:avLst/>
          </a:prstGeom>
          <a:noFill/>
          <a:ln w="0">
            <a:noFill/>
          </a:ln>
        </p:spPr>
        <p:txBody>
          <a:bodyPr lIns="90000" tIns="45000" rIns="90000" bIns="45000" anchor="t">
            <a:spAutoFit/>
          </a:bodyPr>
          <a:lstStyle/>
          <a:p>
            <a:pPr>
              <a:lnSpc>
                <a:spcPct val="100000"/>
              </a:lnSpc>
            </a:pPr>
            <a:r>
              <a:rPr lang="en-US" sz="1600" b="0" u="none" strike="noStrike" dirty="0">
                <a:solidFill>
                  <a:srgbClr val="000000"/>
                </a:solidFill>
                <a:effectLst/>
                <a:uFillTx/>
                <a:latin typeface="Times New Roman" panose="02020603050405020304" pitchFamily="18" charset="0"/>
                <a:ea typeface="Microsoft YaHei"/>
                <a:cs typeface="Times New Roman" panose="02020603050405020304" pitchFamily="18" charset="0"/>
              </a:rPr>
              <a:t>This is the core differentiating flow of the project. </a:t>
            </a:r>
            <a:endParaRPr lang="en-US" sz="1600" b="0" u="none" strike="noStrike" dirty="0">
              <a:solidFill>
                <a:srgbClr val="000000"/>
              </a:solidFill>
              <a:effectLst/>
              <a:uFillTx/>
              <a:latin typeface="Times New Roman" panose="02020603050405020304" pitchFamily="18" charset="0"/>
              <a:cs typeface="Times New Roman" panose="02020603050405020304" pitchFamily="18" charset="0"/>
            </a:endParaRPr>
          </a:p>
          <a:p>
            <a:pPr>
              <a:lnSpc>
                <a:spcPct val="100000"/>
              </a:lnSpc>
            </a:pPr>
            <a:r>
              <a:rPr lang="en-US" sz="1600" b="0" u="none" strike="noStrike" dirty="0">
                <a:solidFill>
                  <a:srgbClr val="000000"/>
                </a:solidFill>
                <a:effectLst/>
                <a:uFillTx/>
                <a:latin typeface="Times New Roman" panose="02020603050405020304" pitchFamily="18" charset="0"/>
                <a:ea typeface="Microsoft YaHei"/>
                <a:cs typeface="Times New Roman" panose="02020603050405020304" pitchFamily="18" charset="0"/>
              </a:rPr>
              <a:t>1. The Owner receives a notification of a new booking request. </a:t>
            </a:r>
            <a:endParaRPr lang="en-US" sz="1600" b="0" u="none" strike="noStrike" dirty="0">
              <a:solidFill>
                <a:srgbClr val="000000"/>
              </a:solidFill>
              <a:effectLst/>
              <a:uFillTx/>
              <a:latin typeface="Times New Roman" panose="02020603050405020304" pitchFamily="18" charset="0"/>
              <a:cs typeface="Times New Roman" panose="02020603050405020304" pitchFamily="18" charset="0"/>
            </a:endParaRPr>
          </a:p>
          <a:p>
            <a:pPr>
              <a:lnSpc>
                <a:spcPct val="100000"/>
              </a:lnSpc>
            </a:pPr>
            <a:r>
              <a:rPr lang="en-US" sz="1600" b="0" u="none" strike="noStrike" dirty="0">
                <a:solidFill>
                  <a:srgbClr val="000000"/>
                </a:solidFill>
                <a:effectLst/>
                <a:uFillTx/>
                <a:latin typeface="Times New Roman" panose="02020603050405020304" pitchFamily="18" charset="0"/>
                <a:ea typeface="Microsoft YaHei"/>
                <a:cs typeface="Times New Roman" panose="02020603050405020304" pitchFamily="18" charset="0"/>
              </a:rPr>
              <a:t>2. The Owner navigates to their </a:t>
            </a:r>
            <a:r>
              <a:rPr lang="en-US" sz="1600" b="0" u="none" strike="noStrike" dirty="0" err="1">
                <a:solidFill>
                  <a:srgbClr val="000000"/>
                </a:solidFill>
                <a:effectLst/>
                <a:uFillTx/>
                <a:latin typeface="Times New Roman" panose="02020603050405020304" pitchFamily="18" charset="0"/>
                <a:ea typeface="Microsoft YaHei"/>
                <a:cs typeface="Times New Roman" panose="02020603050405020304" pitchFamily="18" charset="0"/>
              </a:rPr>
              <a:t>OwnerBookings</a:t>
            </a:r>
            <a:r>
              <a:rPr lang="en-US" sz="1600" b="0" u="none" strike="noStrike" dirty="0">
                <a:solidFill>
                  <a:srgbClr val="000000"/>
                </a:solidFill>
                <a:effectLst/>
                <a:uFillTx/>
                <a:latin typeface="Times New Roman" panose="02020603050405020304" pitchFamily="18" charset="0"/>
                <a:ea typeface="Microsoft YaHei"/>
                <a:cs typeface="Times New Roman" panose="02020603050405020304" pitchFamily="18" charset="0"/>
              </a:rPr>
              <a:t> dashboard. </a:t>
            </a:r>
            <a:endParaRPr lang="en-US" sz="1600" b="0" u="none" strike="noStrike" dirty="0">
              <a:solidFill>
                <a:srgbClr val="000000"/>
              </a:solidFill>
              <a:effectLst/>
              <a:uFillTx/>
              <a:latin typeface="Times New Roman" panose="02020603050405020304" pitchFamily="18" charset="0"/>
              <a:cs typeface="Times New Roman" panose="02020603050405020304" pitchFamily="18" charset="0"/>
            </a:endParaRPr>
          </a:p>
          <a:p>
            <a:pPr>
              <a:lnSpc>
                <a:spcPct val="100000"/>
              </a:lnSpc>
            </a:pPr>
            <a:r>
              <a:rPr lang="en-US" sz="1600" b="0" u="none" strike="noStrike" dirty="0">
                <a:solidFill>
                  <a:srgbClr val="000000"/>
                </a:solidFill>
                <a:effectLst/>
                <a:uFillTx/>
                <a:latin typeface="Times New Roman" panose="02020603050405020304" pitchFamily="18" charset="0"/>
                <a:ea typeface="Microsoft YaHei"/>
                <a:cs typeface="Times New Roman" panose="02020603050405020304" pitchFamily="18" charset="0"/>
              </a:rPr>
              <a:t>3. </a:t>
            </a:r>
            <a:r>
              <a:rPr lang="en-US" sz="1600" b="0" u="none" strike="noStrike" dirty="0">
                <a:solidFill>
                  <a:srgbClr val="000000"/>
                </a:solidFill>
                <a:effectLst/>
                <a:uFillTx/>
                <a:latin typeface="Times New Roman" panose="02020603050405020304" pitchFamily="18" charset="0"/>
                <a:cs typeface="Times New Roman" panose="02020603050405020304" pitchFamily="18" charset="0"/>
              </a:rPr>
              <a:t>The backend API (/</a:t>
            </a:r>
            <a:r>
              <a:rPr lang="en-US" sz="1600" b="0" u="none" strike="noStrike" dirty="0" err="1">
                <a:solidFill>
                  <a:srgbClr val="000000"/>
                </a:solidFill>
                <a:effectLst/>
                <a:uFillTx/>
                <a:latin typeface="Times New Roman" panose="02020603050405020304" pitchFamily="18" charset="0"/>
                <a:cs typeface="Times New Roman" panose="02020603050405020304" pitchFamily="18" charset="0"/>
              </a:rPr>
              <a:t>api</a:t>
            </a:r>
            <a:r>
              <a:rPr lang="en-US" sz="1600" b="0" u="none" strike="noStrike" dirty="0">
                <a:solidFill>
                  <a:srgbClr val="000000"/>
                </a:solidFill>
                <a:effectLst/>
                <a:uFillTx/>
                <a:latin typeface="Times New Roman" panose="02020603050405020304" pitchFamily="18" charset="0"/>
                <a:cs typeface="Times New Roman" panose="02020603050405020304" pitchFamily="18" charset="0"/>
              </a:rPr>
              <a:t>/bookings/owner) retrieves the bookings but deliberately maps the data to a specialized DTO (Data Transfer Object) that hides the guest's name and contact info.</a:t>
            </a:r>
            <a:r>
              <a:rPr lang="en-US" sz="1600" dirty="0">
                <a:solidFill>
                  <a:srgbClr val="000000"/>
                </a:solidFill>
              </a:rPr>
              <a:t> </a:t>
            </a:r>
            <a:r>
              <a:rPr lang="en-US" sz="1600" dirty="0">
                <a:solidFill>
                  <a:srgbClr val="000000"/>
                </a:solidFill>
                <a:latin typeface="Times New Roman" panose="02020603050405020304" pitchFamily="18" charset="0"/>
                <a:cs typeface="Times New Roman" panose="02020603050405020304" pitchFamily="18" charset="0"/>
              </a:rPr>
              <a:t>Instead of "John Doe wants to book", the API sends "Guest RN-1024 wants to book for 3 nights (ID Verified)".</a:t>
            </a:r>
          </a:p>
          <a:p>
            <a:r>
              <a:rPr lang="en-US" sz="1600" dirty="0">
                <a:solidFill>
                  <a:srgbClr val="000000"/>
                </a:solidFill>
                <a:latin typeface="Times New Roman" panose="02020603050405020304" pitchFamily="18" charset="0"/>
                <a:cs typeface="Times New Roman" panose="02020603050405020304" pitchFamily="18" charset="0"/>
              </a:rPr>
              <a:t>4. The Owner decides strictly based on their calendar availability and the guest's verified status. </a:t>
            </a:r>
          </a:p>
          <a:p>
            <a:r>
              <a:rPr lang="en-US" sz="1600" dirty="0">
                <a:solidFill>
                  <a:srgbClr val="000000"/>
                </a:solidFill>
                <a:latin typeface="Times New Roman" panose="02020603050405020304" pitchFamily="18" charset="0"/>
                <a:cs typeface="Times New Roman" panose="02020603050405020304" pitchFamily="18" charset="0"/>
              </a:rPr>
              <a:t>5. Once the Owner clicks "Approve", the database state changes to APPROVED, and only then does the backend progressively disclose the guest's real identity to facilitate check-in logistics. </a:t>
            </a:r>
          </a:p>
          <a:p>
            <a:pPr>
              <a:lnSpc>
                <a:spcPct val="100000"/>
              </a:lnSpc>
            </a:pPr>
            <a:endParaRPr lang="en-US" dirty="0">
              <a:solidFill>
                <a:srgbClr val="000000"/>
              </a:solidFill>
            </a:endParaRPr>
          </a:p>
          <a:p>
            <a:pPr>
              <a:lnSpc>
                <a:spcPct val="100000"/>
              </a:lnSpc>
            </a:pPr>
            <a:endParaRPr lang="en-US" sz="1800" b="0" u="none" strike="noStrike" dirty="0">
              <a:solidFill>
                <a:srgbClr val="000000"/>
              </a:solidFill>
              <a:effectLst/>
              <a:uFillTx/>
              <a:latin typeface="Times New Roman" panose="02020603050405020304" pitchFamily="18"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 name="PlaceHolder 1"/>
          <p:cNvSpPr>
            <a:spLocks noGrp="1"/>
          </p:cNvSpPr>
          <p:nvPr>
            <p:ph type="title"/>
          </p:nvPr>
        </p:nvSpPr>
        <p:spPr>
          <a:xfrm>
            <a:off x="0" y="0"/>
            <a:ext cx="6476760" cy="837720"/>
          </a:xfrm>
          <a:prstGeom prst="rect">
            <a:avLst/>
          </a:prstGeom>
          <a:noFill/>
          <a:ln w="0">
            <a:noFill/>
          </a:ln>
        </p:spPr>
        <p:txBody>
          <a:bodyPr lIns="91440" tIns="45720" rIns="91440" bIns="45720" anchor="ctr">
            <a:noAutofit/>
          </a:bodyPr>
          <a:lstStyle/>
          <a:p>
            <a:pPr indent="0" algn="ctr">
              <a:lnSpc>
                <a:spcPct val="100000"/>
              </a:lnSpc>
              <a:buNone/>
              <a:tabLst>
                <a:tab pos="0" algn="l"/>
              </a:tabLst>
            </a:pPr>
            <a:r>
              <a:rPr lang="en-US" sz="3200" b="1" u="none" strike="noStrike">
                <a:solidFill>
                  <a:schemeClr val="dk1"/>
                </a:solidFill>
                <a:effectLst/>
                <a:uFillTx/>
                <a:latin typeface="Times New Roman"/>
                <a:ea typeface="Times New Roman"/>
              </a:rPr>
              <a:t>System Design</a:t>
            </a:r>
            <a:endParaRPr lang="en-US" sz="3200" b="0" u="none" strike="noStrike">
              <a:solidFill>
                <a:srgbClr val="000000"/>
              </a:solidFill>
              <a:effectLst/>
              <a:uFillTx/>
              <a:latin typeface="Arial"/>
            </a:endParaRPr>
          </a:p>
        </p:txBody>
      </p:sp>
      <p:sp>
        <p:nvSpPr>
          <p:cNvPr id="72" name="TextBox 71"/>
          <p:cNvSpPr txBox="1"/>
          <p:nvPr/>
        </p:nvSpPr>
        <p:spPr>
          <a:xfrm>
            <a:off x="0" y="1070712"/>
            <a:ext cx="9192240" cy="4553639"/>
          </a:xfrm>
          <a:prstGeom prst="rect">
            <a:avLst/>
          </a:prstGeom>
          <a:noFill/>
          <a:ln w="0">
            <a:noFill/>
          </a:ln>
        </p:spPr>
        <p:txBody>
          <a:bodyPr lIns="90000" tIns="45000" rIns="90000" bIns="45000" anchor="t">
            <a:spAutoFit/>
          </a:bodyPr>
          <a:lstStyle/>
          <a:p>
            <a:r>
              <a:rPr lang="en-US" sz="1800" b="0" u="none" strike="noStrike" dirty="0">
                <a:solidFill>
                  <a:srgbClr val="000000"/>
                </a:solidFill>
                <a:effectLst/>
                <a:uFillTx/>
                <a:latin typeface="Arial"/>
              </a:rPr>
              <a:t> </a:t>
            </a:r>
            <a:r>
              <a:rPr lang="en-US" sz="1600" b="1" dirty="0">
                <a:latin typeface="Times New Roman" panose="02020603050405020304" pitchFamily="18" charset="0"/>
                <a:cs typeface="Times New Roman" panose="02020603050405020304" pitchFamily="18" charset="0"/>
              </a:rPr>
              <a:t>Architecture Overview</a:t>
            </a:r>
          </a:p>
          <a:p>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RoamNest</a:t>
            </a:r>
            <a:r>
              <a:rPr lang="en-US" sz="1600" dirty="0">
                <a:latin typeface="Times New Roman" panose="02020603050405020304" pitchFamily="18" charset="0"/>
                <a:cs typeface="Times New Roman" panose="02020603050405020304" pitchFamily="18" charset="0"/>
              </a:rPr>
              <a:t> is built using a modern Client-Server Single Page Application (SPA) architecture. </a:t>
            </a:r>
          </a:p>
          <a:p>
            <a:pPr marL="285750" indent="-285750">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The Client (Frontend): </a:t>
            </a:r>
            <a:r>
              <a:rPr lang="en-US" sz="1600" dirty="0">
                <a:latin typeface="Times New Roman" panose="02020603050405020304" pitchFamily="18" charset="0"/>
                <a:cs typeface="Times New Roman" panose="02020603050405020304" pitchFamily="18" charset="0"/>
              </a:rPr>
              <a:t>Developed entirely in React.js. It manages the user interface, client-side routing (React Router), state management, and form validations. It communicates with the backend exclusively via asynchronous HTTP requests using Axios. </a:t>
            </a:r>
          </a:p>
          <a:p>
            <a:pPr marL="285750" indent="-285750">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The Server (Backend): </a:t>
            </a:r>
            <a:r>
              <a:rPr lang="en-US" sz="1600" dirty="0">
                <a:latin typeface="Times New Roman" panose="02020603050405020304" pitchFamily="18" charset="0"/>
                <a:cs typeface="Times New Roman" panose="02020603050405020304" pitchFamily="18" charset="0"/>
              </a:rPr>
              <a:t>Developed in Spring Boot. It acts as a strict RESTful API provider. It contains no view-rendering logic (no JSP or </a:t>
            </a:r>
            <a:r>
              <a:rPr lang="en-US" sz="1600" dirty="0" err="1">
                <a:latin typeface="Times New Roman" panose="02020603050405020304" pitchFamily="18" charset="0"/>
                <a:cs typeface="Times New Roman" panose="02020603050405020304" pitchFamily="18" charset="0"/>
              </a:rPr>
              <a:t>Thymeleaf</a:t>
            </a:r>
            <a:r>
              <a:rPr lang="en-US" sz="1600" dirty="0">
                <a:latin typeface="Times New Roman" panose="02020603050405020304" pitchFamily="18" charset="0"/>
                <a:cs typeface="Times New Roman" panose="02020603050405020304" pitchFamily="18" charset="0"/>
              </a:rPr>
              <a:t>). It strictly receives JSON, processes business rules, interacts with the database, and returns JSON. </a:t>
            </a:r>
          </a:p>
          <a:p>
            <a:pPr marL="285750" indent="-285750">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The Database: </a:t>
            </a:r>
            <a:r>
              <a:rPr lang="en-US" sz="1600" dirty="0">
                <a:latin typeface="Times New Roman" panose="02020603050405020304" pitchFamily="18" charset="0"/>
                <a:cs typeface="Times New Roman" panose="02020603050405020304" pitchFamily="18" charset="0"/>
              </a:rPr>
              <a:t>A PostgreSQL relational database ensuring ACID compliance, crucial for handling concurrent booking transactions without double-booking a property. </a:t>
            </a:r>
          </a:p>
          <a:p>
            <a:endParaRPr lang="en-US" sz="1600" dirty="0">
              <a:latin typeface="Times New Roman" panose="02020603050405020304" pitchFamily="18" charset="0"/>
              <a:cs typeface="Times New Roman" panose="02020603050405020304" pitchFamily="18" charset="0"/>
            </a:endParaRPr>
          </a:p>
          <a:p>
            <a:r>
              <a:rPr lang="en-US" sz="1600" b="1" dirty="0">
                <a:latin typeface="Times New Roman" panose="02020603050405020304" pitchFamily="18" charset="0"/>
                <a:cs typeface="Times New Roman" panose="02020603050405020304" pitchFamily="18" charset="0"/>
              </a:rPr>
              <a:t>Role-Based Access Control (RBAC) </a:t>
            </a:r>
          </a:p>
          <a:p>
            <a:r>
              <a:rPr lang="en-US" sz="1600" dirty="0">
                <a:latin typeface="Times New Roman" panose="02020603050405020304" pitchFamily="18" charset="0"/>
                <a:cs typeface="Times New Roman" panose="02020603050405020304" pitchFamily="18" charset="0"/>
              </a:rPr>
              <a:t>      System The system implements a rigid RBAC matrix. </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ADMIN: Has overarching system viewing capabilities. </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OWNER: Can POST to /</a:t>
            </a:r>
            <a:r>
              <a:rPr lang="en-US" sz="1600" dirty="0" err="1">
                <a:latin typeface="Times New Roman" panose="02020603050405020304" pitchFamily="18" charset="0"/>
                <a:cs typeface="Times New Roman" panose="02020603050405020304" pitchFamily="18" charset="0"/>
              </a:rPr>
              <a:t>api</a:t>
            </a:r>
            <a:r>
              <a:rPr lang="en-US" sz="1600" dirty="0">
                <a:latin typeface="Times New Roman" panose="02020603050405020304" pitchFamily="18" charset="0"/>
                <a:cs typeface="Times New Roman" panose="02020603050405020304" pitchFamily="18" charset="0"/>
              </a:rPr>
              <a:t>/properties, GET their specific booking queue, and PATCH booking statuses. Cannot make bookings.  </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USER: Can GET properties, POST to /</a:t>
            </a:r>
            <a:r>
              <a:rPr lang="en-US" sz="1600" dirty="0" err="1">
                <a:latin typeface="Times New Roman" panose="02020603050405020304" pitchFamily="18" charset="0"/>
                <a:cs typeface="Times New Roman" panose="02020603050405020304" pitchFamily="18" charset="0"/>
              </a:rPr>
              <a:t>api</a:t>
            </a:r>
            <a:r>
              <a:rPr lang="en-US" sz="1600" dirty="0">
                <a:latin typeface="Times New Roman" panose="02020603050405020304" pitchFamily="18" charset="0"/>
                <a:cs typeface="Times New Roman" panose="02020603050405020304" pitchFamily="18" charset="0"/>
              </a:rPr>
              <a:t>/bookings, and GET their own booking history. Cannot create properties or approve bookings.</a:t>
            </a:r>
            <a:endParaRPr lang="en-US" sz="1600" b="0" u="none" strike="noStrike" dirty="0">
              <a:solidFill>
                <a:srgbClr val="000000"/>
              </a:solidFill>
              <a:effectLst/>
              <a:uFillTx/>
              <a:latin typeface="Times New Roman" panose="02020603050405020304" pitchFamily="18" charset="0"/>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 name="PlaceHolder 1"/>
          <p:cNvSpPr>
            <a:spLocks noGrp="1"/>
          </p:cNvSpPr>
          <p:nvPr>
            <p:ph type="title"/>
          </p:nvPr>
        </p:nvSpPr>
        <p:spPr>
          <a:xfrm>
            <a:off x="0" y="0"/>
            <a:ext cx="6476760" cy="837720"/>
          </a:xfrm>
          <a:prstGeom prst="rect">
            <a:avLst/>
          </a:prstGeom>
          <a:noFill/>
          <a:ln w="0">
            <a:noFill/>
          </a:ln>
        </p:spPr>
        <p:txBody>
          <a:bodyPr lIns="91440" tIns="45720" rIns="91440" bIns="45720" anchor="ctr">
            <a:noAutofit/>
          </a:bodyPr>
          <a:lstStyle/>
          <a:p>
            <a:pPr indent="0" algn="ctr">
              <a:lnSpc>
                <a:spcPct val="100000"/>
              </a:lnSpc>
              <a:buNone/>
              <a:tabLst>
                <a:tab pos="0" algn="l"/>
              </a:tabLst>
            </a:pPr>
            <a:r>
              <a:rPr lang="en-US" sz="2800" b="1" u="none" strike="noStrike" dirty="0">
                <a:solidFill>
                  <a:schemeClr val="dk1"/>
                </a:solidFill>
                <a:effectLst/>
                <a:uFillTx/>
                <a:latin typeface="Times New Roman"/>
                <a:ea typeface="Times New Roman"/>
              </a:rPr>
              <a:t>Software &amp; Hardware Requirements </a:t>
            </a:r>
            <a:endParaRPr lang="en-US" sz="2800" b="0" u="none" strike="noStrike" dirty="0">
              <a:solidFill>
                <a:srgbClr val="000000"/>
              </a:solidFill>
              <a:effectLst/>
              <a:uFillTx/>
              <a:latin typeface="Arial"/>
            </a:endParaRPr>
          </a:p>
        </p:txBody>
      </p:sp>
      <p:sp>
        <p:nvSpPr>
          <p:cNvPr id="84" name="PlaceHolder 2"/>
          <p:cNvSpPr>
            <a:spLocks noGrp="1"/>
          </p:cNvSpPr>
          <p:nvPr>
            <p:ph/>
          </p:nvPr>
        </p:nvSpPr>
        <p:spPr>
          <a:xfrm>
            <a:off x="457200" y="1371600"/>
            <a:ext cx="8229240" cy="4525920"/>
          </a:xfrm>
          <a:prstGeom prst="rect">
            <a:avLst/>
          </a:prstGeom>
          <a:noFill/>
          <a:ln w="0">
            <a:noFill/>
          </a:ln>
        </p:spPr>
        <p:txBody>
          <a:bodyPr lIns="91440" tIns="45720" rIns="91440" bIns="45720" anchor="t">
            <a:noAutofit/>
          </a:bodyPr>
          <a:lstStyle/>
          <a:p>
            <a:pPr indent="0" algn="l">
              <a:lnSpc>
                <a:spcPct val="100000"/>
              </a:lnSpc>
              <a:spcBef>
                <a:spcPts val="439"/>
              </a:spcBef>
              <a:buNone/>
              <a:tabLst>
                <a:tab pos="0" algn="l"/>
              </a:tabLst>
            </a:pPr>
            <a:endParaRPr lang="en-US" sz="1600" b="0" u="none" strike="noStrike">
              <a:solidFill>
                <a:srgbClr val="000000"/>
              </a:solidFill>
              <a:effectLst/>
              <a:uFillTx/>
              <a:latin typeface="Arial"/>
            </a:endParaRPr>
          </a:p>
          <a:p>
            <a:pPr indent="0" algn="l">
              <a:lnSpc>
                <a:spcPct val="100000"/>
              </a:lnSpc>
              <a:spcBef>
                <a:spcPts val="439"/>
              </a:spcBef>
              <a:buNone/>
              <a:tabLst>
                <a:tab pos="0" algn="l"/>
              </a:tabLst>
            </a:pPr>
            <a:endParaRPr lang="en-US" sz="1600" b="0" u="none" strike="noStrike">
              <a:solidFill>
                <a:srgbClr val="000000"/>
              </a:solidFill>
              <a:effectLst/>
              <a:uFillTx/>
              <a:latin typeface="Arial"/>
            </a:endParaRPr>
          </a:p>
        </p:txBody>
      </p:sp>
      <p:sp>
        <p:nvSpPr>
          <p:cNvPr id="85" name="TextBox 84"/>
          <p:cNvSpPr txBox="1"/>
          <p:nvPr/>
        </p:nvSpPr>
        <p:spPr>
          <a:xfrm>
            <a:off x="2057400" y="1939320"/>
            <a:ext cx="3903480" cy="346680"/>
          </a:xfrm>
          <a:prstGeom prst="rect">
            <a:avLst/>
          </a:prstGeom>
          <a:noFill/>
          <a:ln w="0">
            <a:noFill/>
          </a:ln>
        </p:spPr>
        <p:txBody>
          <a:bodyPr lIns="90000" tIns="45000" rIns="90000" bIns="45000" anchor="t">
            <a:spAutoFit/>
          </a:bodyPr>
          <a:lstStyle/>
          <a:p>
            <a:r>
              <a:rPr lang="en-US" sz="1800" b="0" u="none" strike="noStrike">
                <a:solidFill>
                  <a:srgbClr val="000000"/>
                </a:solidFill>
                <a:effectLst/>
                <a:uFillTx/>
                <a:latin typeface="Arial"/>
              </a:rPr>
              <a:t> </a:t>
            </a:r>
          </a:p>
        </p:txBody>
      </p:sp>
      <p:sp>
        <p:nvSpPr>
          <p:cNvPr id="87" name="Google Shape;106;g35b6d197f90_1_ 10"/>
          <p:cNvSpPr txBox="1"/>
          <p:nvPr/>
        </p:nvSpPr>
        <p:spPr>
          <a:xfrm>
            <a:off x="229320" y="960480"/>
            <a:ext cx="8457120" cy="5546160"/>
          </a:xfrm>
          <a:prstGeom prst="rect">
            <a:avLst/>
          </a:prstGeom>
          <a:noFill/>
          <a:ln w="0">
            <a:noFill/>
          </a:ln>
        </p:spPr>
        <p:txBody>
          <a:bodyPr anchor="t">
            <a:noAutofit/>
          </a:bodyPr>
          <a:lstStyle/>
          <a:p>
            <a:pPr>
              <a:lnSpc>
                <a:spcPct val="107000"/>
              </a:lnSpc>
              <a:tabLst>
                <a:tab pos="0" algn="l"/>
              </a:tabLst>
            </a:pPr>
            <a:r>
              <a:rPr lang="en-US" sz="1600" b="1" u="none" strike="noStrike" dirty="0">
                <a:solidFill>
                  <a:schemeClr val="dk1"/>
                </a:solidFill>
                <a:effectLst/>
                <a:uFillTx/>
                <a:latin typeface="Times New Roman"/>
                <a:ea typeface="Times New Roman"/>
              </a:rPr>
              <a:t>  </a:t>
            </a:r>
            <a:r>
              <a:rPr lang="en-US" b="1" dirty="0">
                <a:solidFill>
                  <a:schemeClr val="dk1"/>
                </a:solidFill>
                <a:latin typeface="Times New Roman"/>
                <a:ea typeface="Times New Roman"/>
              </a:rPr>
              <a:t>Software Requirements:</a:t>
            </a:r>
            <a:endParaRPr lang="en-US" sz="1600" b="0" u="none" strike="noStrike" dirty="0">
              <a:solidFill>
                <a:srgbClr val="000000"/>
              </a:solidFill>
              <a:effectLst/>
              <a:uFillTx/>
              <a:latin typeface="Arial"/>
            </a:endParaRPr>
          </a:p>
        </p:txBody>
      </p:sp>
      <p:graphicFrame>
        <p:nvGraphicFramePr>
          <p:cNvPr id="3" name="Table 2">
            <a:extLst>
              <a:ext uri="{FF2B5EF4-FFF2-40B4-BE49-F238E27FC236}">
                <a16:creationId xmlns:a16="http://schemas.microsoft.com/office/drawing/2014/main" id="{41D4D954-4DFD-4ED2-E9E4-76DC801672E1}"/>
              </a:ext>
            </a:extLst>
          </p:cNvPr>
          <p:cNvGraphicFramePr>
            <a:graphicFrameLocks noGrp="1"/>
          </p:cNvGraphicFramePr>
          <p:nvPr>
            <p:extLst>
              <p:ext uri="{D42A27DB-BD31-4B8C-83A1-F6EECF244321}">
                <p14:modId xmlns:p14="http://schemas.microsoft.com/office/powerpoint/2010/main" val="982563007"/>
              </p:ext>
            </p:extLst>
          </p:nvPr>
        </p:nvGraphicFramePr>
        <p:xfrm>
          <a:off x="1524000" y="1397000"/>
          <a:ext cx="6096000" cy="5130982"/>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4118903185"/>
                    </a:ext>
                  </a:extLst>
                </a:gridCol>
                <a:gridCol w="2032000">
                  <a:extLst>
                    <a:ext uri="{9D8B030D-6E8A-4147-A177-3AD203B41FA5}">
                      <a16:colId xmlns:a16="http://schemas.microsoft.com/office/drawing/2014/main" val="1669639466"/>
                    </a:ext>
                  </a:extLst>
                </a:gridCol>
                <a:gridCol w="2032000">
                  <a:extLst>
                    <a:ext uri="{9D8B030D-6E8A-4147-A177-3AD203B41FA5}">
                      <a16:colId xmlns:a16="http://schemas.microsoft.com/office/drawing/2014/main" val="2055936297"/>
                    </a:ext>
                  </a:extLst>
                </a:gridCol>
              </a:tblGrid>
              <a:tr h="344417">
                <a:tc>
                  <a:txBody>
                    <a:bodyPr/>
                    <a:lstStyle/>
                    <a:p>
                      <a:pPr algn="ctr"/>
                      <a:r>
                        <a:rPr lang="en-IN" dirty="0">
                          <a:latin typeface="Times New Roman" panose="02020603050405020304" pitchFamily="18" charset="0"/>
                          <a:cs typeface="Times New Roman" panose="02020603050405020304" pitchFamily="18" charset="0"/>
                        </a:rPr>
                        <a:t>Component</a:t>
                      </a:r>
                    </a:p>
                  </a:txBody>
                  <a:tcPr/>
                </a:tc>
                <a:tc>
                  <a:txBody>
                    <a:bodyPr/>
                    <a:lstStyle/>
                    <a:p>
                      <a:pPr algn="ctr"/>
                      <a:r>
                        <a:rPr lang="en-IN" dirty="0">
                          <a:latin typeface="Times New Roman" panose="02020603050405020304" pitchFamily="18" charset="0"/>
                          <a:cs typeface="Times New Roman" panose="02020603050405020304" pitchFamily="18" charset="0"/>
                        </a:rPr>
                        <a:t>Technology Used</a:t>
                      </a:r>
                    </a:p>
                  </a:txBody>
                  <a:tcPr/>
                </a:tc>
                <a:tc>
                  <a:txBody>
                    <a:bodyPr/>
                    <a:lstStyle/>
                    <a:p>
                      <a:pPr algn="ctr"/>
                      <a:r>
                        <a:rPr lang="en-IN" dirty="0">
                          <a:latin typeface="Times New Roman" panose="02020603050405020304" pitchFamily="18" charset="0"/>
                          <a:cs typeface="Times New Roman" panose="02020603050405020304" pitchFamily="18" charset="0"/>
                        </a:rPr>
                        <a:t>Version</a:t>
                      </a:r>
                    </a:p>
                  </a:txBody>
                  <a:tcPr/>
                </a:tc>
                <a:extLst>
                  <a:ext uri="{0D108BD9-81ED-4DB2-BD59-A6C34878D82A}">
                    <a16:rowId xmlns:a16="http://schemas.microsoft.com/office/drawing/2014/main" val="543483251"/>
                  </a:ext>
                </a:extLst>
              </a:tr>
              <a:tr h="849248">
                <a:tc>
                  <a:txBody>
                    <a:bodyPr/>
                    <a:lstStyle/>
                    <a:p>
                      <a:r>
                        <a:rPr lang="en-IN" sz="1600" dirty="0">
                          <a:latin typeface="Times New Roman" panose="02020603050405020304" pitchFamily="18" charset="0"/>
                          <a:cs typeface="Times New Roman" panose="02020603050405020304" pitchFamily="18" charset="0"/>
                        </a:rPr>
                        <a:t>Runtime Environment</a:t>
                      </a:r>
                    </a:p>
                  </a:txBody>
                  <a:tcPr/>
                </a:tc>
                <a:tc>
                  <a:txBody>
                    <a:bodyPr/>
                    <a:lstStyle/>
                    <a:p>
                      <a:r>
                        <a:rPr lang="en-US" sz="1600" dirty="0">
                          <a:latin typeface="Times New Roman" panose="02020603050405020304" pitchFamily="18" charset="0"/>
                          <a:cs typeface="Times New Roman" panose="02020603050405020304" pitchFamily="18" charset="0"/>
                        </a:rPr>
                        <a:t>Node.js, Java Development Kit (JDK)</a:t>
                      </a:r>
                      <a:endParaRPr lang="en-IN" sz="1600" dirty="0">
                        <a:latin typeface="Times New Roman" panose="02020603050405020304" pitchFamily="18" charset="0"/>
                        <a:cs typeface="Times New Roman" panose="02020603050405020304" pitchFamily="18" charset="0"/>
                      </a:endParaRPr>
                    </a:p>
                  </a:txBody>
                  <a:tcPr/>
                </a:tc>
                <a:tc>
                  <a:txBody>
                    <a:bodyPr/>
                    <a:lstStyle/>
                    <a:p>
                      <a:r>
                        <a:rPr lang="en-IN" sz="1600" dirty="0">
                          <a:latin typeface="Times New Roman" panose="02020603050405020304" pitchFamily="18" charset="0"/>
                          <a:cs typeface="Times New Roman" panose="02020603050405020304" pitchFamily="18" charset="0"/>
                        </a:rPr>
                        <a:t>Node v18+, Java 17</a:t>
                      </a:r>
                    </a:p>
                  </a:txBody>
                  <a:tcPr/>
                </a:tc>
                <a:extLst>
                  <a:ext uri="{0D108BD9-81ED-4DB2-BD59-A6C34878D82A}">
                    <a16:rowId xmlns:a16="http://schemas.microsoft.com/office/drawing/2014/main" val="2754971643"/>
                  </a:ext>
                </a:extLst>
              </a:tr>
              <a:tr h="594473">
                <a:tc>
                  <a:txBody>
                    <a:bodyPr/>
                    <a:lstStyle/>
                    <a:p>
                      <a:r>
                        <a:rPr lang="en-IN" sz="1600" dirty="0">
                          <a:latin typeface="Times New Roman" panose="02020603050405020304" pitchFamily="18" charset="0"/>
                          <a:cs typeface="Times New Roman" panose="02020603050405020304" pitchFamily="18" charset="0"/>
                        </a:rPr>
                        <a:t>Frontend Framework</a:t>
                      </a:r>
                    </a:p>
                  </a:txBody>
                  <a:tcPr/>
                </a:tc>
                <a:tc>
                  <a:txBody>
                    <a:bodyPr/>
                    <a:lstStyle/>
                    <a:p>
                      <a:r>
                        <a:rPr lang="en-IN" sz="1600" dirty="0">
                          <a:latin typeface="Times New Roman" panose="02020603050405020304" pitchFamily="18" charset="0"/>
                          <a:cs typeface="Times New Roman" panose="02020603050405020304" pitchFamily="18" charset="0"/>
                        </a:rPr>
                        <a:t>React.js via Vite Build Tool</a:t>
                      </a:r>
                    </a:p>
                  </a:txBody>
                  <a:tcPr/>
                </a:tc>
                <a:tc>
                  <a:txBody>
                    <a:bodyPr/>
                    <a:lstStyle/>
                    <a:p>
                      <a:r>
                        <a:rPr lang="en-IN" sz="1600" dirty="0">
                          <a:latin typeface="Times New Roman" panose="02020603050405020304" pitchFamily="18" charset="0"/>
                          <a:cs typeface="Times New Roman" panose="02020603050405020304" pitchFamily="18" charset="0"/>
                        </a:rPr>
                        <a:t>React 19, Vite 8 </a:t>
                      </a:r>
                    </a:p>
                  </a:txBody>
                  <a:tcPr/>
                </a:tc>
                <a:extLst>
                  <a:ext uri="{0D108BD9-81ED-4DB2-BD59-A6C34878D82A}">
                    <a16:rowId xmlns:a16="http://schemas.microsoft.com/office/drawing/2014/main" val="581034894"/>
                  </a:ext>
                </a:extLst>
              </a:tr>
              <a:tr h="594473">
                <a:tc>
                  <a:txBody>
                    <a:bodyPr/>
                    <a:lstStyle/>
                    <a:p>
                      <a:r>
                        <a:rPr lang="en-IN" sz="1600" dirty="0">
                          <a:latin typeface="Times New Roman" panose="02020603050405020304" pitchFamily="18" charset="0"/>
                          <a:cs typeface="Times New Roman" panose="02020603050405020304" pitchFamily="18" charset="0"/>
                        </a:rPr>
                        <a:t>Backend Framework </a:t>
                      </a:r>
                    </a:p>
                  </a:txBody>
                  <a:tcPr/>
                </a:tc>
                <a:tc>
                  <a:txBody>
                    <a:bodyPr/>
                    <a:lstStyle/>
                    <a:p>
                      <a:r>
                        <a:rPr lang="en-IN" sz="1600" dirty="0">
                          <a:latin typeface="Times New Roman" panose="02020603050405020304" pitchFamily="18" charset="0"/>
                          <a:cs typeface="Times New Roman" panose="02020603050405020304" pitchFamily="18" charset="0"/>
                        </a:rPr>
                        <a:t>Spring Boot </a:t>
                      </a:r>
                    </a:p>
                  </a:txBody>
                  <a:tcPr/>
                </a:tc>
                <a:tc>
                  <a:txBody>
                    <a:bodyPr/>
                    <a:lstStyle/>
                    <a:p>
                      <a:r>
                        <a:rPr lang="en-IN" sz="1600" dirty="0">
                          <a:latin typeface="Times New Roman" panose="02020603050405020304" pitchFamily="18" charset="0"/>
                          <a:cs typeface="Times New Roman" panose="02020603050405020304" pitchFamily="18" charset="0"/>
                        </a:rPr>
                        <a:t>4.0.4</a:t>
                      </a:r>
                    </a:p>
                  </a:txBody>
                  <a:tcPr/>
                </a:tc>
                <a:extLst>
                  <a:ext uri="{0D108BD9-81ED-4DB2-BD59-A6C34878D82A}">
                    <a16:rowId xmlns:a16="http://schemas.microsoft.com/office/drawing/2014/main" val="502221041"/>
                  </a:ext>
                </a:extLst>
              </a:tr>
              <a:tr h="594473">
                <a:tc>
                  <a:txBody>
                    <a:bodyPr/>
                    <a:lstStyle/>
                    <a:p>
                      <a:r>
                        <a:rPr lang="en-IN" sz="1600" dirty="0">
                          <a:latin typeface="Times New Roman" panose="02020603050405020304" pitchFamily="18" charset="0"/>
                          <a:cs typeface="Times New Roman" panose="02020603050405020304" pitchFamily="18" charset="0"/>
                        </a:rPr>
                        <a:t>Database Management</a:t>
                      </a:r>
                    </a:p>
                  </a:txBody>
                  <a:tcPr/>
                </a:tc>
                <a:tc>
                  <a:txBody>
                    <a:bodyPr/>
                    <a:lstStyle/>
                    <a:p>
                      <a:r>
                        <a:rPr lang="en-IN" sz="1600" dirty="0">
                          <a:latin typeface="Times New Roman" panose="02020603050405020304" pitchFamily="18" charset="0"/>
                          <a:cs typeface="Times New Roman" panose="02020603050405020304" pitchFamily="18" charset="0"/>
                        </a:rPr>
                        <a:t>PostgreSQL </a:t>
                      </a:r>
                    </a:p>
                  </a:txBody>
                  <a:tcPr/>
                </a:tc>
                <a:tc>
                  <a:txBody>
                    <a:bodyPr/>
                    <a:lstStyle/>
                    <a:p>
                      <a:r>
                        <a:rPr lang="en-IN" sz="1600" dirty="0">
                          <a:latin typeface="Times New Roman" panose="02020603050405020304" pitchFamily="18" charset="0"/>
                          <a:cs typeface="Times New Roman" panose="02020603050405020304" pitchFamily="18" charset="0"/>
                        </a:rPr>
                        <a:t>15+</a:t>
                      </a:r>
                    </a:p>
                  </a:txBody>
                  <a:tcPr/>
                </a:tc>
                <a:extLst>
                  <a:ext uri="{0D108BD9-81ED-4DB2-BD59-A6C34878D82A}">
                    <a16:rowId xmlns:a16="http://schemas.microsoft.com/office/drawing/2014/main" val="2747545316"/>
                  </a:ext>
                </a:extLst>
              </a:tr>
              <a:tr h="594473">
                <a:tc>
                  <a:txBody>
                    <a:bodyPr/>
                    <a:lstStyle/>
                    <a:p>
                      <a:r>
                        <a:rPr lang="en-IN" sz="1600" dirty="0">
                          <a:latin typeface="Times New Roman" panose="02020603050405020304" pitchFamily="18" charset="0"/>
                          <a:cs typeface="Times New Roman" panose="02020603050405020304" pitchFamily="18" charset="0"/>
                        </a:rPr>
                        <a:t>Security Architecture </a:t>
                      </a:r>
                    </a:p>
                  </a:txBody>
                  <a:tcPr/>
                </a:tc>
                <a:tc>
                  <a:txBody>
                    <a:bodyPr/>
                    <a:lstStyle/>
                    <a:p>
                      <a:r>
                        <a:rPr lang="en-IN" sz="1600" dirty="0">
                          <a:latin typeface="Times New Roman" panose="02020603050405020304" pitchFamily="18" charset="0"/>
                          <a:cs typeface="Times New Roman" panose="02020603050405020304" pitchFamily="18" charset="0"/>
                        </a:rPr>
                        <a:t>Spring Security, </a:t>
                      </a:r>
                      <a:r>
                        <a:rPr lang="en-IN" sz="1600" dirty="0" err="1">
                          <a:latin typeface="Times New Roman" panose="02020603050405020304" pitchFamily="18" charset="0"/>
                          <a:cs typeface="Times New Roman" panose="02020603050405020304" pitchFamily="18" charset="0"/>
                        </a:rPr>
                        <a:t>jjwt-api</a:t>
                      </a:r>
                      <a:r>
                        <a:rPr lang="en-IN" sz="1600" dirty="0">
                          <a:latin typeface="Times New Roman" panose="02020603050405020304" pitchFamily="18" charset="0"/>
                          <a:cs typeface="Times New Roman" panose="02020603050405020304" pitchFamily="18" charset="0"/>
                        </a:rPr>
                        <a:t> </a:t>
                      </a:r>
                    </a:p>
                  </a:txBody>
                  <a:tcPr/>
                </a:tc>
                <a:tc>
                  <a:txBody>
                    <a:bodyPr/>
                    <a:lstStyle/>
                    <a:p>
                      <a:r>
                        <a:rPr lang="en-IN" sz="1600" dirty="0">
                          <a:latin typeface="Times New Roman" panose="02020603050405020304" pitchFamily="18" charset="0"/>
                          <a:cs typeface="Times New Roman" panose="02020603050405020304" pitchFamily="18" charset="0"/>
                        </a:rPr>
                        <a:t>Latest </a:t>
                      </a:r>
                    </a:p>
                  </a:txBody>
                  <a:tcPr/>
                </a:tc>
                <a:extLst>
                  <a:ext uri="{0D108BD9-81ED-4DB2-BD59-A6C34878D82A}">
                    <a16:rowId xmlns:a16="http://schemas.microsoft.com/office/drawing/2014/main" val="92831327"/>
                  </a:ext>
                </a:extLst>
              </a:tr>
              <a:tr h="344417">
                <a:tc>
                  <a:txBody>
                    <a:bodyPr/>
                    <a:lstStyle/>
                    <a:p>
                      <a:r>
                        <a:rPr lang="en-IN" sz="1600" dirty="0">
                          <a:latin typeface="Times New Roman" panose="02020603050405020304" pitchFamily="18" charset="0"/>
                          <a:cs typeface="Times New Roman" panose="02020603050405020304" pitchFamily="18" charset="0"/>
                        </a:rPr>
                        <a:t>API Testing</a:t>
                      </a:r>
                    </a:p>
                  </a:txBody>
                  <a:tcPr/>
                </a:tc>
                <a:tc>
                  <a:txBody>
                    <a:bodyPr/>
                    <a:lstStyle/>
                    <a:p>
                      <a:r>
                        <a:rPr lang="en-IN" sz="1600" dirty="0">
                          <a:latin typeface="Times New Roman" panose="02020603050405020304" pitchFamily="18" charset="0"/>
                          <a:cs typeface="Times New Roman" panose="02020603050405020304" pitchFamily="18" charset="0"/>
                        </a:rPr>
                        <a:t>Postman</a:t>
                      </a:r>
                    </a:p>
                  </a:txBody>
                  <a:tcPr/>
                </a:tc>
                <a:tc>
                  <a:txBody>
                    <a:bodyPr/>
                    <a:lstStyle/>
                    <a:p>
                      <a:r>
                        <a:rPr lang="en-IN" sz="1600" dirty="0">
                          <a:latin typeface="Times New Roman" panose="02020603050405020304" pitchFamily="18" charset="0"/>
                          <a:cs typeface="Times New Roman" panose="02020603050405020304" pitchFamily="18" charset="0"/>
                        </a:rPr>
                        <a:t>Latest </a:t>
                      </a:r>
                    </a:p>
                  </a:txBody>
                  <a:tcPr/>
                </a:tc>
                <a:extLst>
                  <a:ext uri="{0D108BD9-81ED-4DB2-BD59-A6C34878D82A}">
                    <a16:rowId xmlns:a16="http://schemas.microsoft.com/office/drawing/2014/main" val="4062124431"/>
                  </a:ext>
                </a:extLst>
              </a:tr>
              <a:tr h="344417">
                <a:tc>
                  <a:txBody>
                    <a:bodyPr/>
                    <a:lstStyle/>
                    <a:p>
                      <a:r>
                        <a:rPr lang="en-IN" sz="1600" dirty="0">
                          <a:latin typeface="Times New Roman" panose="02020603050405020304" pitchFamily="18" charset="0"/>
                          <a:cs typeface="Times New Roman" panose="02020603050405020304" pitchFamily="18" charset="0"/>
                        </a:rPr>
                        <a:t>Version Control</a:t>
                      </a:r>
                    </a:p>
                  </a:txBody>
                  <a:tcPr/>
                </a:tc>
                <a:tc>
                  <a:txBody>
                    <a:bodyPr/>
                    <a:lstStyle/>
                    <a:p>
                      <a:r>
                        <a:rPr lang="en-IN" sz="1600" dirty="0">
                          <a:latin typeface="Times New Roman" panose="02020603050405020304" pitchFamily="18" charset="0"/>
                          <a:cs typeface="Times New Roman" panose="02020603050405020304" pitchFamily="18" charset="0"/>
                        </a:rPr>
                        <a:t>Git &amp; GitHub</a:t>
                      </a:r>
                    </a:p>
                  </a:txBody>
                  <a:tcPr/>
                </a:tc>
                <a:tc>
                  <a:txBody>
                    <a:bodyPr/>
                    <a:lstStyle/>
                    <a:p>
                      <a:r>
                        <a:rPr lang="en-IN" sz="1600" dirty="0">
                          <a:latin typeface="Times New Roman" panose="02020603050405020304" pitchFamily="18" charset="0"/>
                          <a:cs typeface="Times New Roman" panose="02020603050405020304" pitchFamily="18" charset="0"/>
                        </a:rPr>
                        <a:t>N/A</a:t>
                      </a:r>
                    </a:p>
                  </a:txBody>
                  <a:tcPr/>
                </a:tc>
                <a:extLst>
                  <a:ext uri="{0D108BD9-81ED-4DB2-BD59-A6C34878D82A}">
                    <a16:rowId xmlns:a16="http://schemas.microsoft.com/office/drawing/2014/main" val="3350425955"/>
                  </a:ext>
                </a:extLst>
              </a:tr>
              <a:tr h="849248">
                <a:tc>
                  <a:txBody>
                    <a:bodyPr/>
                    <a:lstStyle/>
                    <a:p>
                      <a:r>
                        <a:rPr lang="en-IN" sz="1600" dirty="0">
                          <a:latin typeface="Times New Roman" panose="02020603050405020304" pitchFamily="18" charset="0"/>
                          <a:cs typeface="Times New Roman" panose="02020603050405020304" pitchFamily="18" charset="0"/>
                        </a:rPr>
                        <a:t>IDE </a:t>
                      </a:r>
                    </a:p>
                  </a:txBody>
                  <a:tcPr/>
                </a:tc>
                <a:tc>
                  <a:txBody>
                    <a:bodyPr/>
                    <a:lstStyle/>
                    <a:p>
                      <a:r>
                        <a:rPr lang="en-IN" sz="1600" dirty="0">
                          <a:latin typeface="Times New Roman" panose="02020603050405020304" pitchFamily="18" charset="0"/>
                          <a:cs typeface="Times New Roman" panose="02020603050405020304" pitchFamily="18" charset="0"/>
                        </a:rPr>
                        <a:t>Visual Studio Code, IntelliJ IDEA </a:t>
                      </a:r>
                    </a:p>
                  </a:txBody>
                  <a:tcPr/>
                </a:tc>
                <a:tc>
                  <a:txBody>
                    <a:bodyPr/>
                    <a:lstStyle/>
                    <a:p>
                      <a:r>
                        <a:rPr lang="en-IN" sz="1600" dirty="0">
                          <a:latin typeface="Times New Roman" panose="02020603050405020304" pitchFamily="18" charset="0"/>
                          <a:cs typeface="Times New Roman" panose="02020603050405020304" pitchFamily="18" charset="0"/>
                        </a:rPr>
                        <a:t>Latest </a:t>
                      </a:r>
                    </a:p>
                  </a:txBody>
                  <a:tcPr/>
                </a:tc>
                <a:extLst>
                  <a:ext uri="{0D108BD9-81ED-4DB2-BD59-A6C34878D82A}">
                    <a16:rowId xmlns:a16="http://schemas.microsoft.com/office/drawing/2014/main" val="3808818986"/>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0A7270-2B58-CF66-1D8B-85F22D315EB1}"/>
              </a:ext>
            </a:extLst>
          </p:cNvPr>
          <p:cNvSpPr>
            <a:spLocks noGrp="1"/>
          </p:cNvSpPr>
          <p:nvPr>
            <p:ph type="title"/>
          </p:nvPr>
        </p:nvSpPr>
        <p:spPr/>
        <p:txBody>
          <a:bodyPr/>
          <a:lstStyle/>
          <a:p>
            <a:pPr algn="ctr"/>
            <a:r>
              <a:rPr lang="en-US" sz="2800" b="1" dirty="0">
                <a:solidFill>
                  <a:schemeClr val="dk1"/>
                </a:solidFill>
                <a:latin typeface="Times New Roman"/>
                <a:ea typeface="Times New Roman"/>
              </a:rPr>
              <a:t>Software &amp; Hardware Requirements </a:t>
            </a:r>
            <a:endParaRPr lang="en-IN" sz="2800" dirty="0"/>
          </a:p>
        </p:txBody>
      </p:sp>
      <p:sp>
        <p:nvSpPr>
          <p:cNvPr id="3" name="Text Placeholder 2">
            <a:extLst>
              <a:ext uri="{FF2B5EF4-FFF2-40B4-BE49-F238E27FC236}">
                <a16:creationId xmlns:a16="http://schemas.microsoft.com/office/drawing/2014/main" id="{3CF4937E-B5C6-1346-9350-E2AE9455B313}"/>
              </a:ext>
            </a:extLst>
          </p:cNvPr>
          <p:cNvSpPr>
            <a:spLocks noGrp="1"/>
          </p:cNvSpPr>
          <p:nvPr>
            <p:ph type="body"/>
          </p:nvPr>
        </p:nvSpPr>
        <p:spPr/>
        <p:txBody>
          <a:bodyPr/>
          <a:lstStyle/>
          <a:p>
            <a:pPr marL="0" indent="0">
              <a:buNone/>
            </a:pPr>
            <a:r>
              <a:rPr lang="en-IN" sz="1800" b="1" dirty="0">
                <a:latin typeface="Times New Roman" panose="02020603050405020304" pitchFamily="18" charset="0"/>
                <a:cs typeface="Times New Roman" panose="02020603050405020304" pitchFamily="18" charset="0"/>
              </a:rPr>
              <a:t>Hardware Requirements:</a:t>
            </a:r>
          </a:p>
        </p:txBody>
      </p:sp>
      <p:graphicFrame>
        <p:nvGraphicFramePr>
          <p:cNvPr id="5" name="Table 4">
            <a:extLst>
              <a:ext uri="{FF2B5EF4-FFF2-40B4-BE49-F238E27FC236}">
                <a16:creationId xmlns:a16="http://schemas.microsoft.com/office/drawing/2014/main" id="{B0874A4C-8C78-FD08-533E-1753ACB5E78C}"/>
              </a:ext>
            </a:extLst>
          </p:cNvPr>
          <p:cNvGraphicFramePr>
            <a:graphicFrameLocks noGrp="1"/>
          </p:cNvGraphicFramePr>
          <p:nvPr>
            <p:extLst>
              <p:ext uri="{D42A27DB-BD31-4B8C-83A1-F6EECF244321}">
                <p14:modId xmlns:p14="http://schemas.microsoft.com/office/powerpoint/2010/main" val="2931665714"/>
              </p:ext>
            </p:extLst>
          </p:nvPr>
        </p:nvGraphicFramePr>
        <p:xfrm>
          <a:off x="1414272" y="1973072"/>
          <a:ext cx="6096000" cy="2641600"/>
        </p:xfrm>
        <a:graphic>
          <a:graphicData uri="http://schemas.openxmlformats.org/drawingml/2006/table">
            <a:tbl>
              <a:tblPr firstRow="1" bandRow="1">
                <a:tableStyleId>{5C22544A-7EE6-4342-B048-85BDC9FD1C3A}</a:tableStyleId>
              </a:tblPr>
              <a:tblGrid>
                <a:gridCol w="3048000">
                  <a:extLst>
                    <a:ext uri="{9D8B030D-6E8A-4147-A177-3AD203B41FA5}">
                      <a16:colId xmlns:a16="http://schemas.microsoft.com/office/drawing/2014/main" val="183554643"/>
                    </a:ext>
                  </a:extLst>
                </a:gridCol>
                <a:gridCol w="3048000">
                  <a:extLst>
                    <a:ext uri="{9D8B030D-6E8A-4147-A177-3AD203B41FA5}">
                      <a16:colId xmlns:a16="http://schemas.microsoft.com/office/drawing/2014/main" val="878550521"/>
                    </a:ext>
                  </a:extLst>
                </a:gridCol>
              </a:tblGrid>
              <a:tr h="370840">
                <a:tc>
                  <a:txBody>
                    <a:bodyPr/>
                    <a:lstStyle/>
                    <a:p>
                      <a:r>
                        <a:rPr lang="en-IN" dirty="0">
                          <a:latin typeface="Times New Roman" panose="02020603050405020304" pitchFamily="18" charset="0"/>
                          <a:cs typeface="Times New Roman" panose="02020603050405020304" pitchFamily="18" charset="0"/>
                        </a:rPr>
                        <a:t>Component </a:t>
                      </a:r>
                    </a:p>
                  </a:txBody>
                  <a:tcPr/>
                </a:tc>
                <a:tc>
                  <a:txBody>
                    <a:bodyPr/>
                    <a:lstStyle/>
                    <a:p>
                      <a:r>
                        <a:rPr lang="en-IN" dirty="0">
                          <a:latin typeface="Times New Roman" panose="02020603050405020304" pitchFamily="18" charset="0"/>
                          <a:cs typeface="Times New Roman" panose="02020603050405020304" pitchFamily="18" charset="0"/>
                        </a:rPr>
                        <a:t>Specification </a:t>
                      </a:r>
                    </a:p>
                  </a:txBody>
                  <a:tcPr/>
                </a:tc>
                <a:extLst>
                  <a:ext uri="{0D108BD9-81ED-4DB2-BD59-A6C34878D82A}">
                    <a16:rowId xmlns:a16="http://schemas.microsoft.com/office/drawing/2014/main" val="1782855066"/>
                  </a:ext>
                </a:extLst>
              </a:tr>
              <a:tr h="370840">
                <a:tc>
                  <a:txBody>
                    <a:bodyPr/>
                    <a:lstStyle/>
                    <a:p>
                      <a:r>
                        <a:rPr lang="en-IN" sz="1600" dirty="0">
                          <a:latin typeface="Times New Roman" panose="02020603050405020304" pitchFamily="18" charset="0"/>
                          <a:cs typeface="Times New Roman" panose="02020603050405020304" pitchFamily="18" charset="0"/>
                        </a:rPr>
                        <a:t>Processor </a:t>
                      </a:r>
                    </a:p>
                  </a:txBody>
                  <a:tcPr/>
                </a:tc>
                <a:tc>
                  <a:txBody>
                    <a:bodyPr/>
                    <a:lstStyle/>
                    <a:p>
                      <a:r>
                        <a:rPr lang="en-US" sz="1600" dirty="0">
                          <a:latin typeface="Times New Roman" panose="02020603050405020304" pitchFamily="18" charset="0"/>
                          <a:cs typeface="Times New Roman" panose="02020603050405020304" pitchFamily="18" charset="0"/>
                        </a:rPr>
                        <a:t>Dual-core 2 GHz or higher</a:t>
                      </a:r>
                      <a:endParaRPr lang="en-IN" sz="1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231572244"/>
                  </a:ext>
                </a:extLst>
              </a:tr>
              <a:tr h="370840">
                <a:tc>
                  <a:txBody>
                    <a:bodyPr/>
                    <a:lstStyle/>
                    <a:p>
                      <a:r>
                        <a:rPr lang="en-IN" sz="1600" dirty="0">
                          <a:latin typeface="Times New Roman" panose="02020603050405020304" pitchFamily="18" charset="0"/>
                          <a:cs typeface="Times New Roman" panose="02020603050405020304" pitchFamily="18" charset="0"/>
                        </a:rPr>
                        <a:t>RAM </a:t>
                      </a:r>
                    </a:p>
                  </a:txBody>
                  <a:tcPr/>
                </a:tc>
                <a:tc>
                  <a:txBody>
                    <a:bodyPr/>
                    <a:lstStyle/>
                    <a:p>
                      <a:r>
                        <a:rPr lang="en-IN" sz="1600" dirty="0">
                          <a:latin typeface="Times New Roman" panose="02020603050405020304" pitchFamily="18" charset="0"/>
                          <a:cs typeface="Times New Roman" panose="02020603050405020304" pitchFamily="18" charset="0"/>
                        </a:rPr>
                        <a:t>Minimum 8 GB</a:t>
                      </a:r>
                    </a:p>
                  </a:txBody>
                  <a:tcPr/>
                </a:tc>
                <a:extLst>
                  <a:ext uri="{0D108BD9-81ED-4DB2-BD59-A6C34878D82A}">
                    <a16:rowId xmlns:a16="http://schemas.microsoft.com/office/drawing/2014/main" val="2037021245"/>
                  </a:ext>
                </a:extLst>
              </a:tr>
              <a:tr h="370840">
                <a:tc>
                  <a:txBody>
                    <a:bodyPr/>
                    <a:lstStyle/>
                    <a:p>
                      <a:r>
                        <a:rPr lang="en-IN" sz="1600" dirty="0">
                          <a:latin typeface="Times New Roman" panose="02020603050405020304" pitchFamily="18" charset="0"/>
                          <a:cs typeface="Times New Roman" panose="02020603050405020304" pitchFamily="18" charset="0"/>
                        </a:rPr>
                        <a:t>Storage </a:t>
                      </a:r>
                    </a:p>
                  </a:txBody>
                  <a:tcPr/>
                </a:tc>
                <a:tc>
                  <a:txBody>
                    <a:bodyPr/>
                    <a:lstStyle/>
                    <a:p>
                      <a:r>
                        <a:rPr lang="en-US" sz="1600" dirty="0">
                          <a:latin typeface="Times New Roman" panose="02020603050405020304" pitchFamily="18" charset="0"/>
                          <a:cs typeface="Times New Roman" panose="02020603050405020304" pitchFamily="18" charset="0"/>
                        </a:rPr>
                        <a:t>10 GB free disk space</a:t>
                      </a:r>
                      <a:endParaRPr lang="en-IN" sz="1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489268368"/>
                  </a:ext>
                </a:extLst>
              </a:tr>
              <a:tr h="370840">
                <a:tc>
                  <a:txBody>
                    <a:bodyPr/>
                    <a:lstStyle/>
                    <a:p>
                      <a:r>
                        <a:rPr lang="en-IN" sz="1600" dirty="0">
                          <a:latin typeface="Times New Roman" panose="02020603050405020304" pitchFamily="18" charset="0"/>
                          <a:cs typeface="Times New Roman" panose="02020603050405020304" pitchFamily="18" charset="0"/>
                        </a:rPr>
                        <a:t>Network</a:t>
                      </a:r>
                    </a:p>
                  </a:txBody>
                  <a:tcPr/>
                </a:tc>
                <a:tc>
                  <a:txBody>
                    <a:bodyPr/>
                    <a:lstStyle/>
                    <a:p>
                      <a:r>
                        <a:rPr lang="en-IN" sz="1600" dirty="0">
                          <a:latin typeface="Times New Roman" panose="02020603050405020304" pitchFamily="18" charset="0"/>
                          <a:cs typeface="Times New Roman" panose="02020603050405020304" pitchFamily="18" charset="0"/>
                        </a:rPr>
                        <a:t>Stable broadband internet connection</a:t>
                      </a:r>
                    </a:p>
                  </a:txBody>
                  <a:tcPr/>
                </a:tc>
                <a:extLst>
                  <a:ext uri="{0D108BD9-81ED-4DB2-BD59-A6C34878D82A}">
                    <a16:rowId xmlns:a16="http://schemas.microsoft.com/office/drawing/2014/main" val="3256948952"/>
                  </a:ext>
                </a:extLst>
              </a:tr>
              <a:tr h="370840">
                <a:tc>
                  <a:txBody>
                    <a:bodyPr/>
                    <a:lstStyle/>
                    <a:p>
                      <a:r>
                        <a:rPr lang="en-IN" sz="1600" dirty="0">
                          <a:latin typeface="Times New Roman" panose="02020603050405020304" pitchFamily="18" charset="0"/>
                          <a:cs typeface="Times New Roman" panose="02020603050405020304" pitchFamily="18" charset="0"/>
                        </a:rPr>
                        <a:t>Browser</a:t>
                      </a:r>
                    </a:p>
                  </a:txBody>
                  <a:tcPr/>
                </a:tc>
                <a:tc>
                  <a:txBody>
                    <a:bodyPr/>
                    <a:lstStyle/>
                    <a:p>
                      <a:r>
                        <a:rPr lang="en-US" sz="1600" dirty="0">
                          <a:latin typeface="Times New Roman" panose="02020603050405020304" pitchFamily="18" charset="0"/>
                          <a:cs typeface="Times New Roman" panose="02020603050405020304" pitchFamily="18" charset="0"/>
                        </a:rPr>
                        <a:t>Google Chrome / Firefox / Edge (latest)</a:t>
                      </a:r>
                      <a:endParaRPr lang="en-IN" sz="1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083232569"/>
                  </a:ext>
                </a:extLst>
              </a:tr>
            </a:tbl>
          </a:graphicData>
        </a:graphic>
      </p:graphicFrame>
    </p:spTree>
    <p:extLst>
      <p:ext uri="{BB962C8B-B14F-4D97-AF65-F5344CB8AC3E}">
        <p14:creationId xmlns:p14="http://schemas.microsoft.com/office/powerpoint/2010/main" val="39128406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 name="PlaceHolder 1"/>
          <p:cNvSpPr>
            <a:spLocks noGrp="1"/>
          </p:cNvSpPr>
          <p:nvPr>
            <p:ph type="title"/>
          </p:nvPr>
        </p:nvSpPr>
        <p:spPr>
          <a:xfrm>
            <a:off x="0" y="0"/>
            <a:ext cx="6476760" cy="837720"/>
          </a:xfrm>
          <a:prstGeom prst="rect">
            <a:avLst/>
          </a:prstGeom>
          <a:noFill/>
          <a:ln w="0">
            <a:noFill/>
          </a:ln>
        </p:spPr>
        <p:txBody>
          <a:bodyPr lIns="91440" tIns="45720" rIns="91440" bIns="45720" anchor="ctr">
            <a:noAutofit/>
          </a:bodyPr>
          <a:lstStyle/>
          <a:p>
            <a:pPr indent="0" algn="ctr">
              <a:lnSpc>
                <a:spcPct val="100000"/>
              </a:lnSpc>
              <a:buNone/>
              <a:tabLst>
                <a:tab pos="0" algn="l"/>
              </a:tabLst>
            </a:pPr>
            <a:r>
              <a:rPr lang="en-US" sz="3200" b="1" u="none" strike="noStrike">
                <a:solidFill>
                  <a:schemeClr val="dk1"/>
                </a:solidFill>
                <a:effectLst/>
                <a:uFillTx/>
                <a:latin typeface="Times New Roman"/>
                <a:ea typeface="Times New Roman"/>
              </a:rPr>
              <a:t>Objectives</a:t>
            </a:r>
            <a:endParaRPr lang="en-US" sz="3200" b="0" u="none" strike="noStrike">
              <a:solidFill>
                <a:srgbClr val="000000"/>
              </a:solidFill>
              <a:effectLst/>
              <a:uFillTx/>
              <a:latin typeface="Arial"/>
            </a:endParaRPr>
          </a:p>
        </p:txBody>
      </p:sp>
      <p:sp>
        <p:nvSpPr>
          <p:cNvPr id="91" name="PlaceHolder 2"/>
          <p:cNvSpPr>
            <a:spLocks noGrp="1"/>
          </p:cNvSpPr>
          <p:nvPr>
            <p:ph/>
          </p:nvPr>
        </p:nvSpPr>
        <p:spPr>
          <a:xfrm>
            <a:off x="228600" y="1143000"/>
            <a:ext cx="8229240" cy="4754520"/>
          </a:xfrm>
          <a:prstGeom prst="rect">
            <a:avLst/>
          </a:prstGeom>
          <a:noFill/>
          <a:ln w="0">
            <a:noFill/>
          </a:ln>
        </p:spPr>
        <p:txBody>
          <a:bodyPr lIns="91440" tIns="45720" rIns="91440" bIns="45720" anchor="t">
            <a:noAutofit/>
          </a:bodyPr>
          <a:lstStyle/>
          <a:p>
            <a:pPr marL="285750" indent="-285750" algn="l">
              <a:lnSpc>
                <a:spcPct val="115000"/>
              </a:lnSpc>
              <a:spcBef>
                <a:spcPts val="1191"/>
              </a:spcBef>
              <a:spcAft>
                <a:spcPts val="992"/>
              </a:spcAft>
              <a:buFont typeface="Arial" panose="020B0604020202020204" pitchFamily="34" charset="0"/>
              <a:buChar char="•"/>
              <a:tabLst>
                <a:tab pos="0" algn="l"/>
              </a:tabLst>
            </a:pPr>
            <a:r>
              <a:rPr lang="en-US" sz="1600" b="1" u="none" strike="noStrike" dirty="0">
                <a:solidFill>
                  <a:schemeClr val="dk1"/>
                </a:solidFill>
                <a:effectLst/>
                <a:uFillTx/>
                <a:latin typeface="Times New Roman" panose="02020603050405020304" pitchFamily="18" charset="0"/>
                <a:ea typeface="Times New Roman"/>
                <a:cs typeface="Times New Roman" panose="02020603050405020304" pitchFamily="18" charset="0"/>
              </a:rPr>
              <a:t>Eliminate Booking Bias </a:t>
            </a:r>
            <a:r>
              <a:rPr lang="en-US" sz="1600" u="none" strike="noStrike" dirty="0">
                <a:solidFill>
                  <a:schemeClr val="dk1"/>
                </a:solidFill>
                <a:effectLst/>
                <a:uFillTx/>
                <a:latin typeface="Times New Roman" panose="02020603050405020304" pitchFamily="18" charset="0"/>
                <a:ea typeface="Times New Roman"/>
                <a:cs typeface="Times New Roman" panose="02020603050405020304" pitchFamily="18" charset="0"/>
              </a:rPr>
              <a:t>– Ensure fair decision-making by hiding personal identity during booking requests.</a:t>
            </a:r>
            <a:endParaRPr lang="en-US" sz="1600" u="none" strike="noStrike" dirty="0">
              <a:solidFill>
                <a:srgbClr val="000000"/>
              </a:solidFill>
              <a:effectLst/>
              <a:uFillTx/>
              <a:latin typeface="Times New Roman" panose="02020603050405020304" pitchFamily="18" charset="0"/>
              <a:cs typeface="Times New Roman" panose="02020603050405020304" pitchFamily="18" charset="0"/>
            </a:endParaRPr>
          </a:p>
          <a:p>
            <a:pPr marL="285750" indent="-285750" algn="l">
              <a:lnSpc>
                <a:spcPct val="115000"/>
              </a:lnSpc>
              <a:spcBef>
                <a:spcPts val="1191"/>
              </a:spcBef>
              <a:spcAft>
                <a:spcPts val="992"/>
              </a:spcAft>
              <a:buFont typeface="Arial" panose="020B0604020202020204" pitchFamily="34" charset="0"/>
              <a:buChar char="•"/>
              <a:tabLst>
                <a:tab pos="0" algn="l"/>
              </a:tabLst>
            </a:pPr>
            <a:r>
              <a:rPr lang="en-US" sz="1600" b="1" u="none" strike="noStrike" dirty="0">
                <a:solidFill>
                  <a:schemeClr val="dk1"/>
                </a:solidFill>
                <a:effectLst/>
                <a:uFillTx/>
                <a:latin typeface="Times New Roman" panose="02020603050405020304" pitchFamily="18" charset="0"/>
                <a:ea typeface="Times New Roman"/>
                <a:cs typeface="Times New Roman" panose="02020603050405020304" pitchFamily="18" charset="0"/>
              </a:rPr>
              <a:t>Ensure Privacy-by-Design </a:t>
            </a:r>
            <a:r>
              <a:rPr lang="en-US" sz="1600" u="none" strike="noStrike" dirty="0">
                <a:solidFill>
                  <a:schemeClr val="dk1"/>
                </a:solidFill>
                <a:effectLst/>
                <a:uFillTx/>
                <a:latin typeface="Times New Roman" panose="02020603050405020304" pitchFamily="18" charset="0"/>
                <a:ea typeface="Times New Roman"/>
                <a:cs typeface="Times New Roman" panose="02020603050405020304" pitchFamily="18" charset="0"/>
              </a:rPr>
              <a:t>– Protect sensitive user data during the initial booking phase.</a:t>
            </a:r>
            <a:endParaRPr lang="en-US" sz="1600" u="none" strike="noStrike" dirty="0">
              <a:solidFill>
                <a:srgbClr val="000000"/>
              </a:solidFill>
              <a:effectLst/>
              <a:uFillTx/>
              <a:latin typeface="Times New Roman" panose="02020603050405020304" pitchFamily="18" charset="0"/>
              <a:cs typeface="Times New Roman" panose="02020603050405020304" pitchFamily="18" charset="0"/>
            </a:endParaRPr>
          </a:p>
          <a:p>
            <a:pPr marL="285750" indent="-285750" algn="l">
              <a:lnSpc>
                <a:spcPct val="115000"/>
              </a:lnSpc>
              <a:spcBef>
                <a:spcPts val="1191"/>
              </a:spcBef>
              <a:spcAft>
                <a:spcPts val="992"/>
              </a:spcAft>
              <a:buFont typeface="Arial" panose="020B0604020202020204" pitchFamily="34" charset="0"/>
              <a:buChar char="•"/>
              <a:tabLst>
                <a:tab pos="0" algn="l"/>
              </a:tabLst>
            </a:pPr>
            <a:r>
              <a:rPr lang="en-US" sz="1600" b="1" u="none" strike="noStrike" dirty="0">
                <a:solidFill>
                  <a:schemeClr val="dk1"/>
                </a:solidFill>
                <a:effectLst/>
                <a:uFillTx/>
                <a:latin typeface="Times New Roman" panose="02020603050405020304" pitchFamily="18" charset="0"/>
                <a:ea typeface="Times New Roman"/>
                <a:cs typeface="Times New Roman" panose="02020603050405020304" pitchFamily="18" charset="0"/>
              </a:rPr>
              <a:t>Implement Role-Based Access </a:t>
            </a:r>
            <a:r>
              <a:rPr lang="en-US" sz="1600" u="none" strike="noStrike" dirty="0">
                <a:solidFill>
                  <a:schemeClr val="dk1"/>
                </a:solidFill>
                <a:effectLst/>
                <a:uFillTx/>
                <a:latin typeface="Times New Roman" panose="02020603050405020304" pitchFamily="18" charset="0"/>
                <a:ea typeface="Times New Roman"/>
                <a:cs typeface="Times New Roman" panose="02020603050405020304" pitchFamily="18" charset="0"/>
              </a:rPr>
              <a:t>– Provide controlled access for Admins, Owners, and Users.</a:t>
            </a:r>
            <a:endParaRPr lang="en-US" sz="1600" u="none" strike="noStrike" dirty="0">
              <a:solidFill>
                <a:srgbClr val="000000"/>
              </a:solidFill>
              <a:effectLst/>
              <a:uFillTx/>
              <a:latin typeface="Times New Roman" panose="02020603050405020304" pitchFamily="18" charset="0"/>
              <a:cs typeface="Times New Roman" panose="02020603050405020304" pitchFamily="18" charset="0"/>
            </a:endParaRPr>
          </a:p>
          <a:p>
            <a:pPr marL="285750" indent="-285750" algn="l">
              <a:lnSpc>
                <a:spcPct val="115000"/>
              </a:lnSpc>
              <a:spcBef>
                <a:spcPts val="1191"/>
              </a:spcBef>
              <a:spcAft>
                <a:spcPts val="992"/>
              </a:spcAft>
              <a:buFont typeface="Arial" panose="020B0604020202020204" pitchFamily="34" charset="0"/>
              <a:buChar char="•"/>
              <a:tabLst>
                <a:tab pos="0" algn="l"/>
              </a:tabLst>
            </a:pPr>
            <a:r>
              <a:rPr lang="en-US" sz="1600" b="1" u="none" strike="noStrike" dirty="0">
                <a:solidFill>
                  <a:schemeClr val="dk1"/>
                </a:solidFill>
                <a:effectLst/>
                <a:uFillTx/>
                <a:latin typeface="Times New Roman" panose="02020603050405020304" pitchFamily="18" charset="0"/>
                <a:ea typeface="Times New Roman"/>
                <a:cs typeface="Times New Roman" panose="02020603050405020304" pitchFamily="18" charset="0"/>
              </a:rPr>
              <a:t>Enable Efficient Booking System </a:t>
            </a:r>
            <a:r>
              <a:rPr lang="en-US" sz="1600" u="none" strike="noStrike" dirty="0">
                <a:solidFill>
                  <a:schemeClr val="dk1"/>
                </a:solidFill>
                <a:effectLst/>
                <a:uFillTx/>
                <a:latin typeface="Times New Roman" panose="02020603050405020304" pitchFamily="18" charset="0"/>
                <a:ea typeface="Times New Roman"/>
                <a:cs typeface="Times New Roman" panose="02020603050405020304" pitchFamily="18" charset="0"/>
              </a:rPr>
              <a:t>– Manage booking requests with clear status tracking (Pending, Approved, Rejected).</a:t>
            </a:r>
            <a:endParaRPr lang="en-US" sz="1600" u="none" strike="noStrike" dirty="0">
              <a:solidFill>
                <a:srgbClr val="000000"/>
              </a:solidFill>
              <a:effectLst/>
              <a:uFillTx/>
              <a:latin typeface="Times New Roman" panose="02020603050405020304" pitchFamily="18" charset="0"/>
              <a:cs typeface="Times New Roman" panose="02020603050405020304" pitchFamily="18" charset="0"/>
            </a:endParaRPr>
          </a:p>
          <a:p>
            <a:pPr marL="285750" indent="-285750" algn="l">
              <a:lnSpc>
                <a:spcPct val="115000"/>
              </a:lnSpc>
              <a:spcBef>
                <a:spcPts val="1191"/>
              </a:spcBef>
              <a:spcAft>
                <a:spcPts val="992"/>
              </a:spcAft>
              <a:buFont typeface="Arial" panose="020B0604020202020204" pitchFamily="34" charset="0"/>
              <a:buChar char="•"/>
              <a:tabLst>
                <a:tab pos="0" algn="l"/>
              </a:tabLst>
            </a:pPr>
            <a:r>
              <a:rPr lang="en-US" sz="1600" b="1" u="none" strike="noStrike" dirty="0">
                <a:solidFill>
                  <a:schemeClr val="dk1"/>
                </a:solidFill>
                <a:effectLst/>
                <a:uFillTx/>
                <a:latin typeface="Times New Roman" panose="02020603050405020304" pitchFamily="18" charset="0"/>
                <a:ea typeface="Times New Roman"/>
                <a:cs typeface="Times New Roman" panose="02020603050405020304" pitchFamily="18" charset="0"/>
              </a:rPr>
              <a:t>Simplify Property Management </a:t>
            </a:r>
            <a:r>
              <a:rPr lang="en-US" sz="1600" u="none" strike="noStrike" dirty="0">
                <a:solidFill>
                  <a:schemeClr val="dk1"/>
                </a:solidFill>
                <a:effectLst/>
                <a:uFillTx/>
                <a:latin typeface="Times New Roman" panose="02020603050405020304" pitchFamily="18" charset="0"/>
                <a:ea typeface="Times New Roman"/>
                <a:cs typeface="Times New Roman" panose="02020603050405020304" pitchFamily="18" charset="0"/>
              </a:rPr>
              <a:t>– Allow owners to easily add, update, and manage listings.</a:t>
            </a:r>
            <a:endParaRPr lang="en-US" sz="1600" u="none" strike="noStrike" dirty="0">
              <a:solidFill>
                <a:srgbClr val="000000"/>
              </a:solidFill>
              <a:effectLst/>
              <a:uFillTx/>
              <a:latin typeface="Times New Roman" panose="02020603050405020304" pitchFamily="18" charset="0"/>
              <a:cs typeface="Times New Roman" panose="02020603050405020304" pitchFamily="18" charset="0"/>
            </a:endParaRPr>
          </a:p>
          <a:p>
            <a:pPr marL="285750" indent="-285750" algn="l">
              <a:lnSpc>
                <a:spcPct val="115000"/>
              </a:lnSpc>
              <a:spcBef>
                <a:spcPts val="1191"/>
              </a:spcBef>
              <a:spcAft>
                <a:spcPts val="992"/>
              </a:spcAft>
              <a:buFont typeface="Arial" panose="020B0604020202020204" pitchFamily="34" charset="0"/>
              <a:buChar char="•"/>
              <a:tabLst>
                <a:tab pos="0" algn="l"/>
              </a:tabLst>
            </a:pPr>
            <a:r>
              <a:rPr lang="en-US" sz="1600" b="1" u="none" strike="noStrike" dirty="0">
                <a:solidFill>
                  <a:schemeClr val="dk1"/>
                </a:solidFill>
                <a:effectLst/>
                <a:uFillTx/>
                <a:latin typeface="Times New Roman" panose="02020603050405020304" pitchFamily="18" charset="0"/>
                <a:ea typeface="Times New Roman"/>
                <a:cs typeface="Times New Roman" panose="02020603050405020304" pitchFamily="18" charset="0"/>
              </a:rPr>
              <a:t>Enhance Security </a:t>
            </a:r>
            <a:r>
              <a:rPr lang="en-US" sz="1600" u="none" strike="noStrike" dirty="0">
                <a:solidFill>
                  <a:schemeClr val="dk1"/>
                </a:solidFill>
                <a:effectLst/>
                <a:uFillTx/>
                <a:latin typeface="Times New Roman" panose="02020603050405020304" pitchFamily="18" charset="0"/>
                <a:ea typeface="Times New Roman"/>
                <a:cs typeface="Times New Roman" panose="02020603050405020304" pitchFamily="18" charset="0"/>
              </a:rPr>
              <a:t>– Use JWT authentication, password hashing, and secure APIs.</a:t>
            </a:r>
            <a:endParaRPr lang="en-US" sz="1600" u="none" strike="noStrike" dirty="0">
              <a:solidFill>
                <a:srgbClr val="000000"/>
              </a:solidFill>
              <a:effectLst/>
              <a:uFillTx/>
              <a:latin typeface="Times New Roman" panose="02020603050405020304" pitchFamily="18" charset="0"/>
              <a:cs typeface="Times New Roman" panose="02020603050405020304" pitchFamily="18" charset="0"/>
            </a:endParaRPr>
          </a:p>
          <a:p>
            <a:pPr marL="285750" indent="-285750" algn="l">
              <a:lnSpc>
                <a:spcPct val="115000"/>
              </a:lnSpc>
              <a:spcBef>
                <a:spcPts val="1191"/>
              </a:spcBef>
              <a:spcAft>
                <a:spcPts val="992"/>
              </a:spcAft>
              <a:buFont typeface="Arial" panose="020B0604020202020204" pitchFamily="34" charset="0"/>
              <a:buChar char="•"/>
              <a:tabLst>
                <a:tab pos="0" algn="l"/>
              </a:tabLst>
            </a:pPr>
            <a:r>
              <a:rPr lang="en-US" sz="1600" b="1" u="none" strike="noStrike" dirty="0">
                <a:solidFill>
                  <a:schemeClr val="dk1"/>
                </a:solidFill>
                <a:effectLst/>
                <a:uFillTx/>
                <a:latin typeface="Times New Roman" panose="02020603050405020304" pitchFamily="18" charset="0"/>
                <a:ea typeface="Times New Roman"/>
                <a:cs typeface="Times New Roman" panose="02020603050405020304" pitchFamily="18" charset="0"/>
              </a:rPr>
              <a:t>Improve User Experience </a:t>
            </a:r>
            <a:r>
              <a:rPr lang="en-US" sz="1600" u="none" strike="noStrike" dirty="0">
                <a:solidFill>
                  <a:schemeClr val="dk1"/>
                </a:solidFill>
                <a:effectLst/>
                <a:uFillTx/>
                <a:latin typeface="Times New Roman" panose="02020603050405020304" pitchFamily="18" charset="0"/>
                <a:ea typeface="Times New Roman"/>
                <a:cs typeface="Times New Roman" panose="02020603050405020304" pitchFamily="18" charset="0"/>
              </a:rPr>
              <a:t>– Deliver a responsive and interactive UI for smooth navigation.</a:t>
            </a:r>
            <a:endParaRPr lang="en-US" sz="1600" u="none" strike="noStrike" dirty="0">
              <a:solidFill>
                <a:srgbClr val="000000"/>
              </a:solidFill>
              <a:effectLst/>
              <a:uFillTx/>
              <a:latin typeface="Times New Roman" panose="02020603050405020304" pitchFamily="18" charset="0"/>
              <a:cs typeface="Times New Roman" panose="02020603050405020304" pitchFamily="18" charset="0"/>
            </a:endParaRPr>
          </a:p>
          <a:p>
            <a:pPr marL="285750" indent="-285750" algn="l">
              <a:lnSpc>
                <a:spcPct val="115000"/>
              </a:lnSpc>
              <a:spcBef>
                <a:spcPts val="1191"/>
              </a:spcBef>
              <a:spcAft>
                <a:spcPts val="992"/>
              </a:spcAft>
              <a:buFont typeface="Arial" panose="020B0604020202020204" pitchFamily="34" charset="0"/>
              <a:buChar char="•"/>
              <a:tabLst>
                <a:tab pos="0" algn="l"/>
              </a:tabLst>
            </a:pPr>
            <a:r>
              <a:rPr lang="en-US" sz="1600" b="1" u="none" strike="noStrike" dirty="0">
                <a:solidFill>
                  <a:schemeClr val="dk1"/>
                </a:solidFill>
                <a:effectLst/>
                <a:uFillTx/>
                <a:latin typeface="Times New Roman" panose="02020603050405020304" pitchFamily="18" charset="0"/>
                <a:ea typeface="Times New Roman"/>
                <a:cs typeface="Times New Roman" panose="02020603050405020304" pitchFamily="18" charset="0"/>
              </a:rPr>
              <a:t>Build Scalable Architecture </a:t>
            </a:r>
            <a:r>
              <a:rPr lang="en-US" sz="1600" u="none" strike="noStrike" dirty="0">
                <a:solidFill>
                  <a:schemeClr val="dk1"/>
                </a:solidFill>
                <a:effectLst/>
                <a:uFillTx/>
                <a:latin typeface="Times New Roman" panose="02020603050405020304" pitchFamily="18" charset="0"/>
                <a:ea typeface="Times New Roman"/>
                <a:cs typeface="Times New Roman" panose="02020603050405020304" pitchFamily="18" charset="0"/>
              </a:rPr>
              <a:t>– Use modern tech stack for performance and future growth.</a:t>
            </a:r>
            <a:endParaRPr lang="en-US" sz="1600" u="none" strike="noStrike" dirty="0">
              <a:solidFill>
                <a:srgbClr val="000000"/>
              </a:solidFill>
              <a:effectLst/>
              <a:uFillTx/>
              <a:latin typeface="Times New Roman" panose="02020603050405020304" pitchFamily="18" charset="0"/>
              <a:cs typeface="Times New Roman" panose="02020603050405020304" pitchFamily="18" charset="0"/>
            </a:endParaRPr>
          </a:p>
          <a:p>
            <a:pPr indent="0" algn="l">
              <a:lnSpc>
                <a:spcPct val="115000"/>
              </a:lnSpc>
              <a:spcBef>
                <a:spcPts val="1191"/>
              </a:spcBef>
              <a:spcAft>
                <a:spcPts val="992"/>
              </a:spcAft>
              <a:buNone/>
              <a:tabLst>
                <a:tab pos="0" algn="l"/>
              </a:tabLst>
            </a:pPr>
            <a:endParaRPr lang="en-US" sz="1400" b="0" u="none" strike="noStrike" dirty="0">
              <a:solidFill>
                <a:srgbClr val="000000"/>
              </a:solidFill>
              <a:effectLst/>
              <a:uFillTx/>
              <a:latin typeface="Arial"/>
            </a:endParaRPr>
          </a:p>
          <a:p>
            <a:pPr indent="0" algn="just">
              <a:lnSpc>
                <a:spcPct val="100000"/>
              </a:lnSpc>
              <a:spcBef>
                <a:spcPts val="1199"/>
              </a:spcBef>
              <a:buNone/>
              <a:tabLst>
                <a:tab pos="0" algn="l"/>
              </a:tabLst>
            </a:pPr>
            <a:endParaRPr lang="en-US" sz="1400" b="0" u="none" strike="noStrike" dirty="0">
              <a:solidFill>
                <a:srgbClr val="000000"/>
              </a:solidFill>
              <a:effectLst/>
              <a:uFillTx/>
              <a:latin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 name="PlaceHolder 1"/>
          <p:cNvSpPr>
            <a:spLocks noGrp="1"/>
          </p:cNvSpPr>
          <p:nvPr>
            <p:ph type="title"/>
          </p:nvPr>
        </p:nvSpPr>
        <p:spPr>
          <a:xfrm>
            <a:off x="0" y="0"/>
            <a:ext cx="6476760" cy="837720"/>
          </a:xfrm>
          <a:prstGeom prst="rect">
            <a:avLst/>
          </a:prstGeom>
          <a:noFill/>
          <a:ln w="0">
            <a:noFill/>
          </a:ln>
        </p:spPr>
        <p:txBody>
          <a:bodyPr lIns="91440" tIns="45720" rIns="91440" bIns="45720" anchor="ctr">
            <a:noAutofit/>
          </a:bodyPr>
          <a:lstStyle/>
          <a:p>
            <a:pPr indent="0" algn="l">
              <a:lnSpc>
                <a:spcPct val="100000"/>
              </a:lnSpc>
              <a:buNone/>
              <a:tabLst>
                <a:tab pos="0" algn="l"/>
              </a:tabLst>
            </a:pPr>
            <a:r>
              <a:rPr lang="en-US" sz="3200" b="1" u="none" strike="noStrike" dirty="0">
                <a:solidFill>
                  <a:schemeClr val="dk1"/>
                </a:solidFill>
                <a:effectLst/>
                <a:uFillTx/>
                <a:latin typeface="Times New Roman"/>
                <a:ea typeface="Times New Roman"/>
              </a:rPr>
              <a:t>                       </a:t>
            </a:r>
            <a:r>
              <a:rPr lang="en-US" b="1" dirty="0">
                <a:solidFill>
                  <a:schemeClr val="dk1"/>
                </a:solidFill>
                <a:latin typeface="Times New Roman"/>
                <a:ea typeface="Times New Roman"/>
              </a:rPr>
              <a:t>Sign-Up Page</a:t>
            </a:r>
            <a:endParaRPr lang="en-US" sz="3200" b="0" u="none" strike="noStrike" dirty="0">
              <a:solidFill>
                <a:srgbClr val="000000"/>
              </a:solidFill>
              <a:effectLst/>
              <a:uFillTx/>
              <a:latin typeface="Arial"/>
            </a:endParaRPr>
          </a:p>
        </p:txBody>
      </p:sp>
      <p:pic>
        <p:nvPicPr>
          <p:cNvPr id="3" name="Picture 2">
            <a:extLst>
              <a:ext uri="{FF2B5EF4-FFF2-40B4-BE49-F238E27FC236}">
                <a16:creationId xmlns:a16="http://schemas.microsoft.com/office/drawing/2014/main" id="{4ABACAA9-3136-03CF-2840-244FD29B5FC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3192" y="1129150"/>
            <a:ext cx="8190527" cy="4238378"/>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55B036-036A-8180-F058-BA3899D5E12E}"/>
              </a:ext>
            </a:extLst>
          </p:cNvPr>
          <p:cNvSpPr>
            <a:spLocks noGrp="1"/>
          </p:cNvSpPr>
          <p:nvPr>
            <p:ph type="title"/>
          </p:nvPr>
        </p:nvSpPr>
        <p:spPr/>
        <p:txBody>
          <a:bodyPr/>
          <a:lstStyle/>
          <a:p>
            <a:pPr algn="ctr"/>
            <a:r>
              <a:rPr lang="en-IN" b="1" dirty="0">
                <a:latin typeface="Times New Roman" panose="02020603050405020304" pitchFamily="18" charset="0"/>
                <a:cs typeface="Times New Roman" panose="02020603050405020304" pitchFamily="18" charset="0"/>
              </a:rPr>
              <a:t>Login Page</a:t>
            </a:r>
          </a:p>
        </p:txBody>
      </p:sp>
      <p:pic>
        <p:nvPicPr>
          <p:cNvPr id="5" name="Picture 4">
            <a:extLst>
              <a:ext uri="{FF2B5EF4-FFF2-40B4-BE49-F238E27FC236}">
                <a16:creationId xmlns:a16="http://schemas.microsoft.com/office/drawing/2014/main" id="{37C84E04-FD63-C152-37BF-C4E47CF3CB3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6661" y="1192779"/>
            <a:ext cx="8410678" cy="4472442"/>
          </a:xfrm>
          <a:prstGeom prst="rect">
            <a:avLst/>
          </a:prstGeom>
        </p:spPr>
      </p:pic>
    </p:spTree>
    <p:extLst>
      <p:ext uri="{BB962C8B-B14F-4D97-AF65-F5344CB8AC3E}">
        <p14:creationId xmlns:p14="http://schemas.microsoft.com/office/powerpoint/2010/main" val="1307852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 name="PlaceHolder 1"/>
          <p:cNvSpPr>
            <a:spLocks noGrp="1"/>
          </p:cNvSpPr>
          <p:nvPr>
            <p:ph type="title"/>
          </p:nvPr>
        </p:nvSpPr>
        <p:spPr>
          <a:xfrm>
            <a:off x="0" y="0"/>
            <a:ext cx="6476760" cy="837720"/>
          </a:xfrm>
          <a:prstGeom prst="rect">
            <a:avLst/>
          </a:prstGeom>
          <a:noFill/>
          <a:ln w="0">
            <a:noFill/>
          </a:ln>
        </p:spPr>
        <p:txBody>
          <a:bodyPr lIns="91440" tIns="45720" rIns="91440" bIns="45720" anchor="ctr">
            <a:noAutofit/>
          </a:bodyPr>
          <a:lstStyle/>
          <a:p>
            <a:pPr indent="0" algn="ctr">
              <a:buNone/>
            </a:pPr>
            <a:r>
              <a:rPr lang="en-US" sz="3200" b="1" u="none" strike="noStrike" dirty="0">
                <a:solidFill>
                  <a:schemeClr val="dk1"/>
                </a:solidFill>
                <a:effectLst/>
                <a:uFillTx/>
                <a:latin typeface="Times New Roman"/>
              </a:rPr>
              <a:t>User Dashboard</a:t>
            </a:r>
          </a:p>
        </p:txBody>
      </p:sp>
      <p:sp>
        <p:nvSpPr>
          <p:cNvPr id="96" name="Google Shape;142;p9"/>
          <p:cNvSpPr/>
          <p:nvPr/>
        </p:nvSpPr>
        <p:spPr>
          <a:xfrm>
            <a:off x="0" y="630936"/>
            <a:ext cx="6476760" cy="1069848"/>
          </a:xfrm>
          <a:prstGeom prst="rect">
            <a:avLst/>
          </a:prstGeom>
          <a:noFill/>
          <a:ln w="0">
            <a:noFill/>
          </a:ln>
        </p:spPr>
        <p:style>
          <a:lnRef idx="0">
            <a:scrgbClr r="0" g="0" b="0"/>
          </a:lnRef>
          <a:fillRef idx="0">
            <a:scrgbClr r="0" g="0" b="0"/>
          </a:fillRef>
          <a:effectRef idx="0">
            <a:scrgbClr r="0" g="0" b="0"/>
          </a:effectRef>
          <a:fontRef idx="minor"/>
        </p:style>
        <p:txBody>
          <a:bodyPr anchor="ctr">
            <a:noAutofit/>
          </a:bodyPr>
          <a:lstStyle/>
          <a:p>
            <a:pPr algn="ctr">
              <a:lnSpc>
                <a:spcPct val="100000"/>
              </a:lnSpc>
              <a:tabLst>
                <a:tab pos="0" algn="l"/>
              </a:tabLst>
            </a:pPr>
            <a:endParaRPr lang="en-US" sz="3200" b="0" u="none" strike="noStrike" dirty="0">
              <a:solidFill>
                <a:srgbClr val="000000"/>
              </a:solidFill>
              <a:effectLst/>
              <a:uFillTx/>
              <a:latin typeface="Arial"/>
            </a:endParaRPr>
          </a:p>
        </p:txBody>
      </p:sp>
      <p:sp>
        <p:nvSpPr>
          <p:cNvPr id="97" name="Google Shape;143;p9"/>
          <p:cNvSpPr/>
          <p:nvPr/>
        </p:nvSpPr>
        <p:spPr>
          <a:xfrm>
            <a:off x="4825440" y="3754800"/>
            <a:ext cx="4116960" cy="434880"/>
          </a:xfrm>
          <a:prstGeom prst="rect">
            <a:avLst/>
          </a:prstGeom>
          <a:noFill/>
          <a:ln w="0">
            <a:noFill/>
          </a:ln>
        </p:spPr>
        <p:style>
          <a:lnRef idx="0">
            <a:scrgbClr r="0" g="0" b="0"/>
          </a:lnRef>
          <a:fillRef idx="0">
            <a:scrgbClr r="0" g="0" b="0"/>
          </a:fillRef>
          <a:effectRef idx="0">
            <a:scrgbClr r="0" g="0" b="0"/>
          </a:effectRef>
          <a:fontRef idx="minor"/>
        </p:style>
        <p:txBody>
          <a:bodyPr tIns="91440" bIns="91440" anchor="t">
            <a:noAutofit/>
          </a:bodyPr>
          <a:lstStyle/>
          <a:p>
            <a:endParaRPr lang="en-US" sz="1900" b="1" u="none" strike="noStrike">
              <a:solidFill>
                <a:schemeClr val="dk1"/>
              </a:solidFill>
              <a:effectLst/>
              <a:uFillTx/>
              <a:latin typeface="Times New Roman"/>
            </a:endParaRPr>
          </a:p>
        </p:txBody>
      </p:sp>
      <p:pic>
        <p:nvPicPr>
          <p:cNvPr id="3" name="Picture 2">
            <a:extLst>
              <a:ext uri="{FF2B5EF4-FFF2-40B4-BE49-F238E27FC236}">
                <a16:creationId xmlns:a16="http://schemas.microsoft.com/office/drawing/2014/main" id="{3EE3B5F3-85FB-FDBD-37B3-483E4368708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1752" y="1165860"/>
            <a:ext cx="8494776" cy="413766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6DA744-3B03-ABBC-D102-126A181F31B1}"/>
              </a:ext>
            </a:extLst>
          </p:cNvPr>
          <p:cNvSpPr>
            <a:spLocks noGrp="1"/>
          </p:cNvSpPr>
          <p:nvPr>
            <p:ph type="title"/>
          </p:nvPr>
        </p:nvSpPr>
        <p:spPr/>
        <p:txBody>
          <a:bodyPr/>
          <a:lstStyle/>
          <a:p>
            <a:pPr algn="ctr"/>
            <a:r>
              <a:rPr lang="en-IN" b="1" dirty="0">
                <a:latin typeface="Times New Roman" panose="02020603050405020304" pitchFamily="18" charset="0"/>
                <a:cs typeface="Times New Roman" panose="02020603050405020304" pitchFamily="18" charset="0"/>
              </a:rPr>
              <a:t>Profile Page</a:t>
            </a:r>
          </a:p>
        </p:txBody>
      </p:sp>
      <p:pic>
        <p:nvPicPr>
          <p:cNvPr id="7" name="Picture 6">
            <a:extLst>
              <a:ext uri="{FF2B5EF4-FFF2-40B4-BE49-F238E27FC236}">
                <a16:creationId xmlns:a16="http://schemas.microsoft.com/office/drawing/2014/main" id="{744BEBC0-5061-BF70-A63B-D4D9F3C135C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4028" y="1168400"/>
            <a:ext cx="8695944" cy="4674615"/>
          </a:xfrm>
          <a:prstGeom prst="rect">
            <a:avLst/>
          </a:prstGeom>
        </p:spPr>
      </p:pic>
    </p:spTree>
    <p:extLst>
      <p:ext uri="{BB962C8B-B14F-4D97-AF65-F5344CB8AC3E}">
        <p14:creationId xmlns:p14="http://schemas.microsoft.com/office/powerpoint/2010/main" val="115839819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PlaceHolder 1"/>
          <p:cNvSpPr>
            <a:spLocks noGrp="1"/>
          </p:cNvSpPr>
          <p:nvPr>
            <p:ph type="title"/>
          </p:nvPr>
        </p:nvSpPr>
        <p:spPr>
          <a:xfrm>
            <a:off x="0" y="0"/>
            <a:ext cx="6476760" cy="837720"/>
          </a:xfrm>
          <a:prstGeom prst="rect">
            <a:avLst/>
          </a:prstGeom>
          <a:noFill/>
          <a:ln w="0">
            <a:noFill/>
          </a:ln>
        </p:spPr>
        <p:txBody>
          <a:bodyPr lIns="91440" tIns="45720" rIns="91440" bIns="45720" anchor="ctr">
            <a:noAutofit/>
          </a:bodyPr>
          <a:lstStyle/>
          <a:p>
            <a:pPr indent="0" algn="ctr">
              <a:buNone/>
            </a:pPr>
            <a:r>
              <a:rPr lang="en-US" sz="3200" b="1" u="none" strike="noStrike" dirty="0">
                <a:solidFill>
                  <a:schemeClr val="dk1"/>
                </a:solidFill>
                <a:effectLst/>
                <a:uFillTx/>
                <a:latin typeface="Times New Roman"/>
              </a:rPr>
              <a:t>Owner </a:t>
            </a:r>
            <a:r>
              <a:rPr lang="en-US" sz="3200" b="1" u="none" strike="noStrike" dirty="0" err="1">
                <a:solidFill>
                  <a:schemeClr val="dk1"/>
                </a:solidFill>
                <a:effectLst/>
                <a:uFillTx/>
                <a:latin typeface="Times New Roman"/>
              </a:rPr>
              <a:t>DashBoard</a:t>
            </a:r>
            <a:endParaRPr lang="en-US" sz="3200" b="1" u="none" strike="noStrike" dirty="0">
              <a:solidFill>
                <a:schemeClr val="dk1"/>
              </a:solidFill>
              <a:effectLst/>
              <a:uFillTx/>
              <a:latin typeface="Times New Roman"/>
            </a:endParaRPr>
          </a:p>
        </p:txBody>
      </p:sp>
      <p:sp>
        <p:nvSpPr>
          <p:cNvPr id="102" name="Google Shape;152;p10"/>
          <p:cNvSpPr/>
          <p:nvPr/>
        </p:nvSpPr>
        <p:spPr>
          <a:xfrm>
            <a:off x="4325400" y="1134000"/>
            <a:ext cx="4601160" cy="2430000"/>
          </a:xfrm>
          <a:prstGeom prst="rect">
            <a:avLst/>
          </a:prstGeom>
          <a:noFill/>
          <a:ln w="0">
            <a:noFill/>
          </a:ln>
        </p:spPr>
        <p:style>
          <a:lnRef idx="0">
            <a:scrgbClr r="0" g="0" b="0"/>
          </a:lnRef>
          <a:fillRef idx="0">
            <a:scrgbClr r="0" g="0" b="0"/>
          </a:fillRef>
          <a:effectRef idx="0">
            <a:scrgbClr r="0" g="0" b="0"/>
          </a:effectRef>
          <a:fontRef idx="minor"/>
        </p:style>
        <p:txBody>
          <a:bodyPr tIns="91440" bIns="91440" anchor="t">
            <a:noAutofit/>
          </a:bodyPr>
          <a:lstStyle/>
          <a:p>
            <a:endParaRPr lang="en-US" sz="1300" b="1" u="none" strike="noStrike">
              <a:solidFill>
                <a:schemeClr val="dk1"/>
              </a:solidFill>
              <a:effectLst/>
              <a:uFillTx/>
              <a:latin typeface="Times New Roman"/>
            </a:endParaRPr>
          </a:p>
        </p:txBody>
      </p:sp>
      <p:sp>
        <p:nvSpPr>
          <p:cNvPr id="103" name="Google Shape;153;p10"/>
          <p:cNvSpPr/>
          <p:nvPr/>
        </p:nvSpPr>
        <p:spPr>
          <a:xfrm>
            <a:off x="4566600" y="3587760"/>
            <a:ext cx="4359960" cy="552600"/>
          </a:xfrm>
          <a:prstGeom prst="rect">
            <a:avLst/>
          </a:prstGeom>
          <a:noFill/>
          <a:ln w="0">
            <a:noFill/>
          </a:ln>
        </p:spPr>
        <p:style>
          <a:lnRef idx="0">
            <a:scrgbClr r="0" g="0" b="0"/>
          </a:lnRef>
          <a:fillRef idx="0">
            <a:scrgbClr r="0" g="0" b="0"/>
          </a:fillRef>
          <a:effectRef idx="0">
            <a:scrgbClr r="0" g="0" b="0"/>
          </a:effectRef>
          <a:fontRef idx="minor"/>
        </p:style>
        <p:txBody>
          <a:bodyPr tIns="91440" bIns="91440" anchor="t">
            <a:noAutofit/>
          </a:bodyPr>
          <a:lstStyle/>
          <a:p>
            <a:endParaRPr lang="en-US" sz="1900" b="1" u="none" strike="noStrike">
              <a:solidFill>
                <a:schemeClr val="dk1"/>
              </a:solidFill>
              <a:effectLst/>
              <a:uFillTx/>
              <a:latin typeface="Times New Roman"/>
            </a:endParaRPr>
          </a:p>
        </p:txBody>
      </p:sp>
      <p:pic>
        <p:nvPicPr>
          <p:cNvPr id="3" name="Picture 2">
            <a:extLst>
              <a:ext uri="{FF2B5EF4-FFF2-40B4-BE49-F238E27FC236}">
                <a16:creationId xmlns:a16="http://schemas.microsoft.com/office/drawing/2014/main" id="{1837D981-6669-C4EA-DD7A-E8F89DC5C9F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3784" y="1134000"/>
            <a:ext cx="8485632" cy="4436198"/>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 name="PlaceHolder 1"/>
          <p:cNvSpPr>
            <a:spLocks noGrp="1"/>
          </p:cNvSpPr>
          <p:nvPr>
            <p:ph type="title"/>
          </p:nvPr>
        </p:nvSpPr>
        <p:spPr>
          <a:xfrm>
            <a:off x="0" y="0"/>
            <a:ext cx="6476760" cy="837720"/>
          </a:xfrm>
          <a:prstGeom prst="rect">
            <a:avLst/>
          </a:prstGeom>
          <a:noFill/>
          <a:ln w="0">
            <a:noFill/>
          </a:ln>
        </p:spPr>
        <p:txBody>
          <a:bodyPr lIns="91440" tIns="45720" rIns="91440" bIns="45720" anchor="ctr">
            <a:noAutofit/>
          </a:bodyPr>
          <a:lstStyle/>
          <a:p>
            <a:pPr indent="0" algn="ctr">
              <a:lnSpc>
                <a:spcPct val="100000"/>
              </a:lnSpc>
              <a:buNone/>
              <a:tabLst>
                <a:tab pos="0" algn="l"/>
              </a:tabLst>
            </a:pPr>
            <a:r>
              <a:rPr lang="en-US" sz="3200" b="1" u="none" strike="noStrike" dirty="0">
                <a:solidFill>
                  <a:schemeClr val="dk1"/>
                </a:solidFill>
                <a:effectLst/>
                <a:uFillTx/>
                <a:latin typeface="Times New Roman"/>
                <a:ea typeface="Times New Roman"/>
              </a:rPr>
              <a:t>      Admin </a:t>
            </a:r>
            <a:r>
              <a:rPr lang="en-US" sz="3200" b="1" u="none" strike="noStrike" dirty="0" err="1">
                <a:solidFill>
                  <a:schemeClr val="dk1"/>
                </a:solidFill>
                <a:effectLst/>
                <a:uFillTx/>
                <a:latin typeface="Times New Roman"/>
                <a:ea typeface="Times New Roman"/>
              </a:rPr>
              <a:t>DashBoard</a:t>
            </a:r>
            <a:endParaRPr lang="en-US" sz="3200" b="0" u="none" strike="noStrike" dirty="0">
              <a:solidFill>
                <a:srgbClr val="000000"/>
              </a:solidFill>
              <a:effectLst/>
              <a:uFillTx/>
              <a:latin typeface="Arial"/>
            </a:endParaRPr>
          </a:p>
        </p:txBody>
      </p:sp>
      <p:sp>
        <p:nvSpPr>
          <p:cNvPr id="107" name="Google Shape;161;p12"/>
          <p:cNvSpPr/>
          <p:nvPr/>
        </p:nvSpPr>
        <p:spPr>
          <a:xfrm>
            <a:off x="598680" y="990720"/>
            <a:ext cx="7849440" cy="3401640"/>
          </a:xfrm>
          <a:prstGeom prst="rect">
            <a:avLst/>
          </a:prstGeom>
          <a:noFill/>
          <a:ln w="0">
            <a:noFill/>
          </a:ln>
        </p:spPr>
        <p:style>
          <a:lnRef idx="0">
            <a:scrgbClr r="0" g="0" b="0"/>
          </a:lnRef>
          <a:fillRef idx="0">
            <a:scrgbClr r="0" g="0" b="0"/>
          </a:fillRef>
          <a:effectRef idx="0">
            <a:scrgbClr r="0" g="0" b="0"/>
          </a:effectRef>
          <a:fontRef idx="minor"/>
        </p:style>
        <p:txBody>
          <a:bodyPr tIns="91440" bIns="91440" anchor="t">
            <a:noAutofit/>
          </a:bodyPr>
          <a:lstStyle/>
          <a:p>
            <a:endParaRPr lang="en-US" sz="1300" b="1" u="none" strike="noStrike">
              <a:solidFill>
                <a:schemeClr val="dk1"/>
              </a:solidFill>
              <a:effectLst/>
              <a:uFillTx/>
              <a:latin typeface="Times New Roman"/>
            </a:endParaRPr>
          </a:p>
        </p:txBody>
      </p:sp>
      <p:pic>
        <p:nvPicPr>
          <p:cNvPr id="3" name="Picture 2">
            <a:extLst>
              <a:ext uri="{FF2B5EF4-FFF2-40B4-BE49-F238E27FC236}">
                <a16:creationId xmlns:a16="http://schemas.microsoft.com/office/drawing/2014/main" id="{30102D4D-1F5A-1BAC-7D82-64F3B85132E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1752" y="1203753"/>
            <a:ext cx="8650224" cy="4663527"/>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 name="PlaceHolder 1"/>
          <p:cNvSpPr>
            <a:spLocks noGrp="1"/>
          </p:cNvSpPr>
          <p:nvPr>
            <p:ph type="title"/>
          </p:nvPr>
        </p:nvSpPr>
        <p:spPr>
          <a:xfrm>
            <a:off x="0" y="0"/>
            <a:ext cx="6476760" cy="837720"/>
          </a:xfrm>
          <a:prstGeom prst="rect">
            <a:avLst/>
          </a:prstGeom>
          <a:noFill/>
          <a:ln w="0">
            <a:noFill/>
          </a:ln>
        </p:spPr>
        <p:txBody>
          <a:bodyPr lIns="91440" tIns="45720" rIns="91440" bIns="45720" anchor="ctr">
            <a:noAutofit/>
          </a:bodyPr>
          <a:lstStyle/>
          <a:p>
            <a:pPr indent="0" algn="ctr">
              <a:lnSpc>
                <a:spcPct val="100000"/>
              </a:lnSpc>
              <a:buNone/>
              <a:tabLst>
                <a:tab pos="0" algn="l"/>
              </a:tabLst>
            </a:pPr>
            <a:r>
              <a:rPr lang="en-US" sz="2900" b="1" u="none" strike="noStrike" dirty="0">
                <a:solidFill>
                  <a:schemeClr val="dk1"/>
                </a:solidFill>
                <a:effectLst/>
                <a:uFillTx/>
                <a:latin typeface="Times New Roman"/>
                <a:ea typeface="Times New Roman"/>
              </a:rPr>
              <a:t>       Key </a:t>
            </a:r>
            <a:r>
              <a:rPr lang="en-US" b="1" u="none" strike="noStrike" dirty="0">
                <a:solidFill>
                  <a:schemeClr val="dk1"/>
                </a:solidFill>
                <a:effectLst/>
                <a:uFillTx/>
                <a:latin typeface="Times New Roman"/>
                <a:ea typeface="Times New Roman"/>
              </a:rPr>
              <a:t>Features</a:t>
            </a:r>
            <a:endParaRPr lang="en-US" b="0" u="none" strike="noStrike" dirty="0">
              <a:solidFill>
                <a:srgbClr val="000000"/>
              </a:solidFill>
              <a:effectLst/>
              <a:uFillTx/>
              <a:latin typeface="Arial"/>
            </a:endParaRPr>
          </a:p>
        </p:txBody>
      </p:sp>
      <p:sp>
        <p:nvSpPr>
          <p:cNvPr id="112" name="Google Shape;171;g332d7cd7576_0_8"/>
          <p:cNvSpPr/>
          <p:nvPr/>
        </p:nvSpPr>
        <p:spPr>
          <a:xfrm>
            <a:off x="228600" y="737400"/>
            <a:ext cx="8138160" cy="5729774"/>
          </a:xfrm>
          <a:prstGeom prst="rect">
            <a:avLst/>
          </a:prstGeom>
          <a:noFill/>
          <a:ln w="0">
            <a:noFill/>
          </a:ln>
        </p:spPr>
        <p:style>
          <a:lnRef idx="0">
            <a:scrgbClr r="0" g="0" b="0"/>
          </a:lnRef>
          <a:fillRef idx="0">
            <a:scrgbClr r="0" g="0" b="0"/>
          </a:fillRef>
          <a:effectRef idx="0">
            <a:scrgbClr r="0" g="0" b="0"/>
          </a:effectRef>
          <a:fontRef idx="minor"/>
        </p:style>
        <p:txBody>
          <a:bodyPr wrap="square" anchor="ctr">
            <a:spAutoFit/>
          </a:bodyPr>
          <a:lstStyle/>
          <a:p>
            <a:pPr>
              <a:lnSpc>
                <a:spcPct val="100000"/>
              </a:lnSpc>
              <a:tabLst>
                <a:tab pos="0" algn="l"/>
              </a:tabLst>
            </a:pPr>
            <a:endParaRPr lang="en-US" sz="1800" b="0" u="none" strike="noStrike" dirty="0">
              <a:solidFill>
                <a:srgbClr val="000000"/>
              </a:solidFill>
              <a:effectLst/>
              <a:uFillTx/>
              <a:latin typeface="Arial"/>
            </a:endParaRPr>
          </a:p>
          <a:p>
            <a:pPr indent="-127080">
              <a:lnSpc>
                <a:spcPct val="100000"/>
              </a:lnSpc>
              <a:spcBef>
                <a:spcPts val="1191"/>
              </a:spcBef>
              <a:spcAft>
                <a:spcPts val="992"/>
              </a:spcAft>
              <a:buClr>
                <a:srgbClr val="000000"/>
              </a:buClr>
              <a:buFont typeface="Arial"/>
              <a:buChar char="•"/>
              <a:tabLst>
                <a:tab pos="0" algn="l"/>
              </a:tabLst>
            </a:pPr>
            <a:r>
              <a:rPr lang="en-US" sz="1400" b="0" u="none" strike="noStrike" dirty="0">
                <a:solidFill>
                  <a:schemeClr val="dk1"/>
                </a:solidFill>
                <a:effectLst/>
                <a:uFillTx/>
                <a:latin typeface="Times New Roman" panose="02020603050405020304" pitchFamily="18" charset="0"/>
                <a:ea typeface="Times New Roman"/>
                <a:cs typeface="Times New Roman" panose="02020603050405020304" pitchFamily="18" charset="0"/>
              </a:rPr>
              <a:t> </a:t>
            </a:r>
            <a:r>
              <a:rPr lang="en-US" sz="1400" b="1" u="none" strike="noStrike" dirty="0">
                <a:solidFill>
                  <a:schemeClr val="dk1"/>
                </a:solidFill>
                <a:effectLst/>
                <a:uFillTx/>
                <a:latin typeface="Times New Roman" panose="02020603050405020304" pitchFamily="18" charset="0"/>
                <a:ea typeface="Times New Roman"/>
                <a:cs typeface="Times New Roman" panose="02020603050405020304" pitchFamily="18" charset="0"/>
              </a:rPr>
              <a:t>User Authentication </a:t>
            </a:r>
            <a:r>
              <a:rPr lang="en-US" sz="1400" b="0" u="none" strike="noStrike" dirty="0">
                <a:solidFill>
                  <a:schemeClr val="dk1"/>
                </a:solidFill>
                <a:effectLst/>
                <a:uFillTx/>
                <a:latin typeface="Times New Roman" panose="02020603050405020304" pitchFamily="18" charset="0"/>
                <a:ea typeface="Times New Roman"/>
                <a:cs typeface="Times New Roman" panose="02020603050405020304" pitchFamily="18" charset="0"/>
              </a:rPr>
              <a:t>– Secure sign up &amp; login using email/password with JWT-based authentication.</a:t>
            </a:r>
            <a:endParaRPr lang="en-US" sz="1400" b="0" u="none" strike="noStrike" dirty="0">
              <a:solidFill>
                <a:srgbClr val="000000"/>
              </a:solidFill>
              <a:effectLst/>
              <a:uFillTx/>
              <a:latin typeface="Times New Roman" panose="02020603050405020304" pitchFamily="18" charset="0"/>
              <a:cs typeface="Times New Roman" panose="02020603050405020304" pitchFamily="18" charset="0"/>
            </a:endParaRPr>
          </a:p>
          <a:p>
            <a:pPr indent="-127080">
              <a:lnSpc>
                <a:spcPct val="100000"/>
              </a:lnSpc>
              <a:spcBef>
                <a:spcPts val="1191"/>
              </a:spcBef>
              <a:spcAft>
                <a:spcPts val="992"/>
              </a:spcAft>
              <a:buClr>
                <a:srgbClr val="000000"/>
              </a:buClr>
              <a:buFont typeface="Arial"/>
              <a:buChar char="•"/>
              <a:tabLst>
                <a:tab pos="0" algn="l"/>
              </a:tabLst>
            </a:pPr>
            <a:r>
              <a:rPr lang="en-US" sz="1400" b="0" u="none" strike="noStrike" dirty="0">
                <a:solidFill>
                  <a:schemeClr val="dk1"/>
                </a:solidFill>
                <a:effectLst/>
                <a:uFillTx/>
                <a:latin typeface="Times New Roman" panose="02020603050405020304" pitchFamily="18" charset="0"/>
                <a:ea typeface="Times New Roman"/>
                <a:cs typeface="Times New Roman" panose="02020603050405020304" pitchFamily="18" charset="0"/>
              </a:rPr>
              <a:t> </a:t>
            </a:r>
            <a:r>
              <a:rPr lang="en-US" sz="1400" b="1" u="none" strike="noStrike" dirty="0">
                <a:solidFill>
                  <a:schemeClr val="dk1"/>
                </a:solidFill>
                <a:effectLst/>
                <a:uFillTx/>
                <a:latin typeface="Times New Roman" panose="02020603050405020304" pitchFamily="18" charset="0"/>
                <a:ea typeface="Times New Roman"/>
                <a:cs typeface="Times New Roman" panose="02020603050405020304" pitchFamily="18" charset="0"/>
              </a:rPr>
              <a:t>Role-Based Access Control (RBAC) </a:t>
            </a:r>
            <a:r>
              <a:rPr lang="en-US" sz="1400" b="0" u="none" strike="noStrike" dirty="0">
                <a:solidFill>
                  <a:schemeClr val="dk1"/>
                </a:solidFill>
                <a:effectLst/>
                <a:uFillTx/>
                <a:latin typeface="Times New Roman" panose="02020603050405020304" pitchFamily="18" charset="0"/>
                <a:ea typeface="Times New Roman"/>
                <a:cs typeface="Times New Roman" panose="02020603050405020304" pitchFamily="18" charset="0"/>
              </a:rPr>
              <a:t>– Separate access levels for Admin, Owner, and Guest users.</a:t>
            </a:r>
            <a:endParaRPr lang="en-US" sz="1400" b="0" u="none" strike="noStrike" dirty="0">
              <a:solidFill>
                <a:srgbClr val="000000"/>
              </a:solidFill>
              <a:effectLst/>
              <a:uFillTx/>
              <a:latin typeface="Times New Roman" panose="02020603050405020304" pitchFamily="18" charset="0"/>
              <a:cs typeface="Times New Roman" panose="02020603050405020304" pitchFamily="18" charset="0"/>
            </a:endParaRPr>
          </a:p>
          <a:p>
            <a:pPr indent="-127080">
              <a:lnSpc>
                <a:spcPct val="100000"/>
              </a:lnSpc>
              <a:spcBef>
                <a:spcPts val="1191"/>
              </a:spcBef>
              <a:spcAft>
                <a:spcPts val="992"/>
              </a:spcAft>
              <a:buClr>
                <a:srgbClr val="000000"/>
              </a:buClr>
              <a:buFont typeface="Arial"/>
              <a:buChar char="•"/>
              <a:tabLst>
                <a:tab pos="0" algn="l"/>
              </a:tabLst>
            </a:pPr>
            <a:r>
              <a:rPr lang="en-US" sz="1400" b="0" u="none" strike="noStrike" dirty="0">
                <a:solidFill>
                  <a:schemeClr val="dk1"/>
                </a:solidFill>
                <a:effectLst/>
                <a:uFillTx/>
                <a:latin typeface="Times New Roman" panose="02020603050405020304" pitchFamily="18" charset="0"/>
                <a:ea typeface="Times New Roman"/>
                <a:cs typeface="Times New Roman" panose="02020603050405020304" pitchFamily="18" charset="0"/>
              </a:rPr>
              <a:t> </a:t>
            </a:r>
            <a:r>
              <a:rPr lang="en-US" sz="1400" b="1" u="none" strike="noStrike" dirty="0">
                <a:solidFill>
                  <a:schemeClr val="dk1"/>
                </a:solidFill>
                <a:effectLst/>
                <a:uFillTx/>
                <a:latin typeface="Times New Roman" panose="02020603050405020304" pitchFamily="18" charset="0"/>
                <a:ea typeface="Times New Roman"/>
                <a:cs typeface="Times New Roman" panose="02020603050405020304" pitchFamily="18" charset="0"/>
              </a:rPr>
              <a:t>Blind Booking System </a:t>
            </a:r>
            <a:r>
              <a:rPr lang="en-US" sz="1400" b="0" u="none" strike="noStrike" dirty="0">
                <a:solidFill>
                  <a:schemeClr val="dk1"/>
                </a:solidFill>
                <a:effectLst/>
                <a:uFillTx/>
                <a:latin typeface="Times New Roman" panose="02020603050405020304" pitchFamily="18" charset="0"/>
                <a:ea typeface="Times New Roman"/>
                <a:cs typeface="Times New Roman" panose="02020603050405020304" pitchFamily="18" charset="0"/>
              </a:rPr>
              <a:t>– Hides user identity during booking to prevent bias and discrimination.</a:t>
            </a:r>
            <a:endParaRPr lang="en-US" sz="1400" b="0" u="none" strike="noStrike" dirty="0">
              <a:solidFill>
                <a:srgbClr val="000000"/>
              </a:solidFill>
              <a:effectLst/>
              <a:uFillTx/>
              <a:latin typeface="Times New Roman" panose="02020603050405020304" pitchFamily="18" charset="0"/>
              <a:cs typeface="Times New Roman" panose="02020603050405020304" pitchFamily="18" charset="0"/>
            </a:endParaRPr>
          </a:p>
          <a:p>
            <a:pPr indent="-127080">
              <a:lnSpc>
                <a:spcPct val="100000"/>
              </a:lnSpc>
              <a:spcBef>
                <a:spcPts val="1191"/>
              </a:spcBef>
              <a:spcAft>
                <a:spcPts val="992"/>
              </a:spcAft>
              <a:buClr>
                <a:srgbClr val="000000"/>
              </a:buClr>
              <a:buFont typeface="Arial"/>
              <a:buChar char="•"/>
              <a:tabLst>
                <a:tab pos="0" algn="l"/>
              </a:tabLst>
            </a:pPr>
            <a:r>
              <a:rPr lang="en-US" sz="1400" b="0" u="none" strike="noStrike" dirty="0">
                <a:solidFill>
                  <a:schemeClr val="dk1"/>
                </a:solidFill>
                <a:effectLst/>
                <a:uFillTx/>
                <a:latin typeface="Times New Roman" panose="02020603050405020304" pitchFamily="18" charset="0"/>
                <a:ea typeface="Times New Roman"/>
                <a:cs typeface="Times New Roman" panose="02020603050405020304" pitchFamily="18" charset="0"/>
              </a:rPr>
              <a:t> </a:t>
            </a:r>
            <a:r>
              <a:rPr lang="en-US" sz="1400" b="1" u="none" strike="noStrike" dirty="0">
                <a:solidFill>
                  <a:schemeClr val="dk1"/>
                </a:solidFill>
                <a:effectLst/>
                <a:uFillTx/>
                <a:latin typeface="Times New Roman" panose="02020603050405020304" pitchFamily="18" charset="0"/>
                <a:ea typeface="Times New Roman"/>
                <a:cs typeface="Times New Roman" panose="02020603050405020304" pitchFamily="18" charset="0"/>
              </a:rPr>
              <a:t>Progressive Disclosure Engine </a:t>
            </a:r>
            <a:r>
              <a:rPr lang="en-US" sz="1400" b="0" u="none" strike="noStrike" dirty="0">
                <a:solidFill>
                  <a:schemeClr val="dk1"/>
                </a:solidFill>
                <a:effectLst/>
                <a:uFillTx/>
                <a:latin typeface="Times New Roman" panose="02020603050405020304" pitchFamily="18" charset="0"/>
                <a:ea typeface="Times New Roman"/>
                <a:cs typeface="Times New Roman" panose="02020603050405020304" pitchFamily="18" charset="0"/>
              </a:rPr>
              <a:t>– Reveals user details only after booking approval.</a:t>
            </a:r>
            <a:endParaRPr lang="en-US" sz="1400" b="0" u="none" strike="noStrike" dirty="0">
              <a:solidFill>
                <a:srgbClr val="000000"/>
              </a:solidFill>
              <a:effectLst/>
              <a:uFillTx/>
              <a:latin typeface="Times New Roman" panose="02020603050405020304" pitchFamily="18" charset="0"/>
              <a:cs typeface="Times New Roman" panose="02020603050405020304" pitchFamily="18" charset="0"/>
            </a:endParaRPr>
          </a:p>
          <a:p>
            <a:pPr indent="-127080">
              <a:lnSpc>
                <a:spcPct val="100000"/>
              </a:lnSpc>
              <a:spcBef>
                <a:spcPts val="1191"/>
              </a:spcBef>
              <a:spcAft>
                <a:spcPts val="992"/>
              </a:spcAft>
              <a:buClr>
                <a:srgbClr val="000000"/>
              </a:buClr>
              <a:buFont typeface="Arial"/>
              <a:buChar char="•"/>
              <a:tabLst>
                <a:tab pos="0" algn="l"/>
              </a:tabLst>
            </a:pPr>
            <a:r>
              <a:rPr lang="en-US" sz="1400" b="0" u="none" strike="noStrike" dirty="0">
                <a:solidFill>
                  <a:schemeClr val="dk1"/>
                </a:solidFill>
                <a:effectLst/>
                <a:uFillTx/>
                <a:latin typeface="Times New Roman" panose="02020603050405020304" pitchFamily="18" charset="0"/>
                <a:ea typeface="Times New Roman"/>
                <a:cs typeface="Times New Roman" panose="02020603050405020304" pitchFamily="18" charset="0"/>
              </a:rPr>
              <a:t> </a:t>
            </a:r>
            <a:r>
              <a:rPr lang="en-US" sz="1400" b="1" u="none" strike="noStrike" dirty="0">
                <a:solidFill>
                  <a:schemeClr val="dk1"/>
                </a:solidFill>
                <a:effectLst/>
                <a:uFillTx/>
                <a:latin typeface="Times New Roman" panose="02020603050405020304" pitchFamily="18" charset="0"/>
                <a:ea typeface="Times New Roman"/>
                <a:cs typeface="Times New Roman" panose="02020603050405020304" pitchFamily="18" charset="0"/>
              </a:rPr>
              <a:t>Property Management </a:t>
            </a:r>
            <a:r>
              <a:rPr lang="en-US" sz="1400" b="0" u="none" strike="noStrike" dirty="0">
                <a:solidFill>
                  <a:schemeClr val="dk1"/>
                </a:solidFill>
                <a:effectLst/>
                <a:uFillTx/>
                <a:latin typeface="Times New Roman" panose="02020603050405020304" pitchFamily="18" charset="0"/>
                <a:ea typeface="Times New Roman"/>
                <a:cs typeface="Times New Roman" panose="02020603050405020304" pitchFamily="18" charset="0"/>
              </a:rPr>
              <a:t>– Owners can add, edit, and manage multiple property listings.</a:t>
            </a:r>
            <a:endParaRPr lang="en-US" sz="1400" b="0" u="none" strike="noStrike" dirty="0">
              <a:solidFill>
                <a:srgbClr val="000000"/>
              </a:solidFill>
              <a:effectLst/>
              <a:uFillTx/>
              <a:latin typeface="Times New Roman" panose="02020603050405020304" pitchFamily="18" charset="0"/>
              <a:cs typeface="Times New Roman" panose="02020603050405020304" pitchFamily="18" charset="0"/>
            </a:endParaRPr>
          </a:p>
          <a:p>
            <a:pPr indent="-127080">
              <a:lnSpc>
                <a:spcPct val="100000"/>
              </a:lnSpc>
              <a:spcBef>
                <a:spcPts val="1191"/>
              </a:spcBef>
              <a:spcAft>
                <a:spcPts val="992"/>
              </a:spcAft>
              <a:buClr>
                <a:srgbClr val="000000"/>
              </a:buClr>
              <a:buFont typeface="Arial"/>
              <a:buChar char="•"/>
              <a:tabLst>
                <a:tab pos="0" algn="l"/>
              </a:tabLst>
            </a:pPr>
            <a:r>
              <a:rPr lang="en-US" sz="1400" b="0" u="none" strike="noStrike" dirty="0">
                <a:solidFill>
                  <a:schemeClr val="dk1"/>
                </a:solidFill>
                <a:effectLst/>
                <a:uFillTx/>
                <a:latin typeface="Times New Roman" panose="02020603050405020304" pitchFamily="18" charset="0"/>
                <a:ea typeface="Times New Roman"/>
                <a:cs typeface="Times New Roman" panose="02020603050405020304" pitchFamily="18" charset="0"/>
              </a:rPr>
              <a:t> </a:t>
            </a:r>
            <a:r>
              <a:rPr lang="en-US" sz="1400" b="1" u="none" strike="noStrike" dirty="0">
                <a:solidFill>
                  <a:schemeClr val="dk1"/>
                </a:solidFill>
                <a:effectLst/>
                <a:uFillTx/>
                <a:latin typeface="Times New Roman" panose="02020603050405020304" pitchFamily="18" charset="0"/>
                <a:ea typeface="Times New Roman"/>
                <a:cs typeface="Times New Roman" panose="02020603050405020304" pitchFamily="18" charset="0"/>
              </a:rPr>
              <a:t>Smart Search &amp; Filters </a:t>
            </a:r>
            <a:r>
              <a:rPr lang="en-US" sz="1400" b="0" u="none" strike="noStrike" dirty="0">
                <a:solidFill>
                  <a:schemeClr val="dk1"/>
                </a:solidFill>
                <a:effectLst/>
                <a:uFillTx/>
                <a:latin typeface="Times New Roman" panose="02020603050405020304" pitchFamily="18" charset="0"/>
                <a:ea typeface="Times New Roman"/>
                <a:cs typeface="Times New Roman" panose="02020603050405020304" pitchFamily="18" charset="0"/>
              </a:rPr>
              <a:t>– Users can search properties based on location, price, and preferences.</a:t>
            </a:r>
            <a:endParaRPr lang="en-US" sz="1400" b="0" u="none" strike="noStrike" dirty="0">
              <a:solidFill>
                <a:srgbClr val="000000"/>
              </a:solidFill>
              <a:effectLst/>
              <a:uFillTx/>
              <a:latin typeface="Times New Roman" panose="02020603050405020304" pitchFamily="18" charset="0"/>
              <a:cs typeface="Times New Roman" panose="02020603050405020304" pitchFamily="18" charset="0"/>
            </a:endParaRPr>
          </a:p>
          <a:p>
            <a:pPr indent="-127080">
              <a:lnSpc>
                <a:spcPct val="100000"/>
              </a:lnSpc>
              <a:spcBef>
                <a:spcPts val="1191"/>
              </a:spcBef>
              <a:spcAft>
                <a:spcPts val="992"/>
              </a:spcAft>
              <a:buClr>
                <a:srgbClr val="000000"/>
              </a:buClr>
              <a:buFont typeface="Arial"/>
              <a:buChar char="•"/>
              <a:tabLst>
                <a:tab pos="0" algn="l"/>
              </a:tabLst>
            </a:pPr>
            <a:r>
              <a:rPr lang="en-US" sz="1400" b="1" u="none" strike="noStrike" dirty="0">
                <a:solidFill>
                  <a:schemeClr val="dk1"/>
                </a:solidFill>
                <a:effectLst/>
                <a:uFillTx/>
                <a:latin typeface="Times New Roman" panose="02020603050405020304" pitchFamily="18" charset="0"/>
                <a:ea typeface="Times New Roman"/>
                <a:cs typeface="Times New Roman" panose="02020603050405020304" pitchFamily="18" charset="0"/>
              </a:rPr>
              <a:t>Booking Management </a:t>
            </a:r>
            <a:r>
              <a:rPr lang="en-US" sz="1400" b="0" u="none" strike="noStrike" dirty="0">
                <a:solidFill>
                  <a:schemeClr val="dk1"/>
                </a:solidFill>
                <a:effectLst/>
                <a:uFillTx/>
                <a:latin typeface="Times New Roman" panose="02020603050405020304" pitchFamily="18" charset="0"/>
                <a:ea typeface="Times New Roman"/>
                <a:cs typeface="Times New Roman" panose="02020603050405020304" pitchFamily="18" charset="0"/>
              </a:rPr>
              <a:t>– Handles booking requests with status like Pending, Approved, or Rejected.</a:t>
            </a:r>
            <a:endParaRPr lang="en-US" sz="1400" b="0" u="none" strike="noStrike" dirty="0">
              <a:solidFill>
                <a:srgbClr val="000000"/>
              </a:solidFill>
              <a:effectLst/>
              <a:uFillTx/>
              <a:latin typeface="Times New Roman" panose="02020603050405020304" pitchFamily="18" charset="0"/>
              <a:cs typeface="Times New Roman" panose="02020603050405020304" pitchFamily="18" charset="0"/>
            </a:endParaRPr>
          </a:p>
          <a:p>
            <a:pPr indent="-127080">
              <a:lnSpc>
                <a:spcPct val="100000"/>
              </a:lnSpc>
              <a:spcBef>
                <a:spcPts val="1191"/>
              </a:spcBef>
              <a:spcAft>
                <a:spcPts val="992"/>
              </a:spcAft>
              <a:buClr>
                <a:srgbClr val="000000"/>
              </a:buClr>
              <a:buFont typeface="Arial"/>
              <a:buChar char="•"/>
              <a:tabLst>
                <a:tab pos="0" algn="l"/>
              </a:tabLst>
            </a:pPr>
            <a:r>
              <a:rPr lang="en-US" sz="1400" b="1" u="none" strike="noStrike" dirty="0">
                <a:solidFill>
                  <a:schemeClr val="dk1"/>
                </a:solidFill>
                <a:effectLst/>
                <a:uFillTx/>
                <a:latin typeface="Times New Roman" panose="02020603050405020304" pitchFamily="18" charset="0"/>
                <a:ea typeface="Times New Roman"/>
                <a:cs typeface="Times New Roman" panose="02020603050405020304" pitchFamily="18" charset="0"/>
              </a:rPr>
              <a:t>Secure System Design </a:t>
            </a:r>
            <a:r>
              <a:rPr lang="en-US" sz="1400" b="0" u="none" strike="noStrike" dirty="0">
                <a:solidFill>
                  <a:schemeClr val="dk1"/>
                </a:solidFill>
                <a:effectLst/>
                <a:uFillTx/>
                <a:latin typeface="Times New Roman" panose="02020603050405020304" pitchFamily="18" charset="0"/>
                <a:ea typeface="Times New Roman"/>
                <a:cs typeface="Times New Roman" panose="02020603050405020304" pitchFamily="18" charset="0"/>
              </a:rPr>
              <a:t>– Password hashing, JWT authentication, and SQL injection protection.</a:t>
            </a:r>
            <a:endParaRPr lang="en-US" sz="1400" b="0" u="none" strike="noStrike" dirty="0">
              <a:solidFill>
                <a:srgbClr val="000000"/>
              </a:solidFill>
              <a:effectLst/>
              <a:uFillTx/>
              <a:latin typeface="Times New Roman" panose="02020603050405020304" pitchFamily="18" charset="0"/>
              <a:cs typeface="Times New Roman" panose="02020603050405020304" pitchFamily="18" charset="0"/>
            </a:endParaRPr>
          </a:p>
          <a:p>
            <a:pPr indent="-127080">
              <a:lnSpc>
                <a:spcPct val="100000"/>
              </a:lnSpc>
              <a:spcBef>
                <a:spcPts val="1191"/>
              </a:spcBef>
              <a:spcAft>
                <a:spcPts val="992"/>
              </a:spcAft>
              <a:buClr>
                <a:srgbClr val="000000"/>
              </a:buClr>
              <a:buFont typeface="Arial"/>
              <a:buChar char="•"/>
              <a:tabLst>
                <a:tab pos="0" algn="l"/>
              </a:tabLst>
            </a:pPr>
            <a:r>
              <a:rPr lang="en-US" sz="1400" b="0" u="none" strike="noStrike" dirty="0">
                <a:solidFill>
                  <a:schemeClr val="dk1"/>
                </a:solidFill>
                <a:effectLst/>
                <a:uFillTx/>
                <a:latin typeface="Times New Roman" panose="02020603050405020304" pitchFamily="18" charset="0"/>
                <a:ea typeface="Times New Roman"/>
                <a:cs typeface="Times New Roman" panose="02020603050405020304" pitchFamily="18" charset="0"/>
              </a:rPr>
              <a:t> </a:t>
            </a:r>
            <a:r>
              <a:rPr lang="en-US" sz="1400" b="1" u="none" strike="noStrike" dirty="0">
                <a:solidFill>
                  <a:schemeClr val="dk1"/>
                </a:solidFill>
                <a:effectLst/>
                <a:uFillTx/>
                <a:latin typeface="Times New Roman" panose="02020603050405020304" pitchFamily="18" charset="0"/>
                <a:ea typeface="Times New Roman"/>
                <a:cs typeface="Times New Roman" panose="02020603050405020304" pitchFamily="18" charset="0"/>
              </a:rPr>
              <a:t>Interactive UI </a:t>
            </a:r>
            <a:r>
              <a:rPr lang="en-US" sz="1400" b="0" u="none" strike="noStrike" dirty="0">
                <a:solidFill>
                  <a:schemeClr val="dk1"/>
                </a:solidFill>
                <a:effectLst/>
                <a:uFillTx/>
                <a:latin typeface="Times New Roman" panose="02020603050405020304" pitchFamily="18" charset="0"/>
                <a:ea typeface="Times New Roman"/>
                <a:cs typeface="Times New Roman" panose="02020603050405020304" pitchFamily="18" charset="0"/>
              </a:rPr>
              <a:t>– Fast and responsive React-based Single Page Application (SPA).</a:t>
            </a:r>
            <a:endParaRPr lang="en-US" sz="1400" b="0" u="none" strike="noStrike" dirty="0">
              <a:solidFill>
                <a:srgbClr val="000000"/>
              </a:solidFill>
              <a:effectLst/>
              <a:uFillTx/>
              <a:latin typeface="Times New Roman" panose="02020603050405020304" pitchFamily="18" charset="0"/>
              <a:cs typeface="Times New Roman" panose="02020603050405020304" pitchFamily="18" charset="0"/>
            </a:endParaRPr>
          </a:p>
          <a:p>
            <a:pPr indent="-127080">
              <a:lnSpc>
                <a:spcPct val="100000"/>
              </a:lnSpc>
              <a:spcBef>
                <a:spcPts val="1191"/>
              </a:spcBef>
              <a:spcAft>
                <a:spcPts val="992"/>
              </a:spcAft>
              <a:buClr>
                <a:srgbClr val="000000"/>
              </a:buClr>
              <a:buFont typeface="Arial"/>
              <a:buChar char="•"/>
              <a:tabLst>
                <a:tab pos="0" algn="l"/>
              </a:tabLst>
            </a:pPr>
            <a:r>
              <a:rPr lang="en-US" sz="1400" b="1" u="none" strike="noStrike" dirty="0">
                <a:solidFill>
                  <a:schemeClr val="dk1"/>
                </a:solidFill>
                <a:effectLst/>
                <a:uFillTx/>
                <a:latin typeface="Times New Roman" panose="02020603050405020304" pitchFamily="18" charset="0"/>
                <a:ea typeface="Times New Roman"/>
                <a:cs typeface="Times New Roman" panose="02020603050405020304" pitchFamily="18" charset="0"/>
              </a:rPr>
              <a:t>Responsive Design </a:t>
            </a:r>
            <a:r>
              <a:rPr lang="en-US" sz="1400" b="0" u="none" strike="noStrike" dirty="0">
                <a:solidFill>
                  <a:schemeClr val="dk1"/>
                </a:solidFill>
                <a:effectLst/>
                <a:uFillTx/>
                <a:latin typeface="Times New Roman" panose="02020603050405020304" pitchFamily="18" charset="0"/>
                <a:ea typeface="Times New Roman"/>
                <a:cs typeface="Times New Roman" panose="02020603050405020304" pitchFamily="18" charset="0"/>
              </a:rPr>
              <a:t>– Works smoothly across desktop and mobile devices.</a:t>
            </a:r>
            <a:endParaRPr lang="en-US" sz="1400" b="0" u="none" strike="noStrike" dirty="0">
              <a:solidFill>
                <a:srgbClr val="000000"/>
              </a:solidFill>
              <a:effectLst/>
              <a:uFillTx/>
              <a:latin typeface="Times New Roman" panose="02020603050405020304" pitchFamily="18" charset="0"/>
              <a:cs typeface="Times New Roman" panose="02020603050405020304" pitchFamily="18" charset="0"/>
            </a:endParaRPr>
          </a:p>
          <a:p>
            <a:pPr indent="-127080">
              <a:lnSpc>
                <a:spcPct val="100000"/>
              </a:lnSpc>
              <a:spcBef>
                <a:spcPts val="1191"/>
              </a:spcBef>
              <a:spcAft>
                <a:spcPts val="992"/>
              </a:spcAft>
              <a:buClr>
                <a:srgbClr val="000000"/>
              </a:buClr>
              <a:buFont typeface="Arial"/>
              <a:buChar char="•"/>
              <a:tabLst>
                <a:tab pos="0" algn="l"/>
              </a:tabLst>
            </a:pPr>
            <a:endParaRPr lang="en-US" sz="1500" b="0" u="none" strike="noStrike" dirty="0">
              <a:solidFill>
                <a:srgbClr val="000000"/>
              </a:solidFill>
              <a:effectLst/>
              <a:uFillTx/>
              <a:latin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 name="PlaceHolder 1"/>
          <p:cNvSpPr>
            <a:spLocks noGrp="1"/>
          </p:cNvSpPr>
          <p:nvPr>
            <p:ph type="title"/>
          </p:nvPr>
        </p:nvSpPr>
        <p:spPr>
          <a:xfrm>
            <a:off x="0" y="0"/>
            <a:ext cx="6476760" cy="837720"/>
          </a:xfrm>
          <a:prstGeom prst="rect">
            <a:avLst/>
          </a:prstGeom>
          <a:noFill/>
          <a:ln w="0">
            <a:noFill/>
          </a:ln>
        </p:spPr>
        <p:txBody>
          <a:bodyPr lIns="91440" tIns="45720" rIns="91440" bIns="45720" anchor="ctr">
            <a:noAutofit/>
          </a:bodyPr>
          <a:lstStyle/>
          <a:p>
            <a:pPr indent="0" algn="ctr">
              <a:lnSpc>
                <a:spcPct val="100000"/>
              </a:lnSpc>
              <a:buNone/>
              <a:tabLst>
                <a:tab pos="0" algn="l"/>
              </a:tabLst>
            </a:pPr>
            <a:r>
              <a:rPr lang="en-US" sz="3200" b="1" u="none" strike="noStrike" dirty="0">
                <a:solidFill>
                  <a:schemeClr val="dk1"/>
                </a:solidFill>
                <a:effectLst/>
                <a:uFillTx/>
                <a:latin typeface="Times New Roman"/>
                <a:ea typeface="Times New Roman"/>
              </a:rPr>
              <a:t>Future Scope</a:t>
            </a:r>
            <a:endParaRPr lang="en-US" sz="3200" b="0" u="none" strike="noStrike" dirty="0">
              <a:solidFill>
                <a:srgbClr val="000000"/>
              </a:solidFill>
              <a:effectLst/>
              <a:uFillTx/>
              <a:latin typeface="Arial"/>
            </a:endParaRPr>
          </a:p>
        </p:txBody>
      </p:sp>
      <p:sp>
        <p:nvSpPr>
          <p:cNvPr id="114" name="PlaceHolder 2"/>
          <p:cNvSpPr>
            <a:spLocks noGrp="1"/>
          </p:cNvSpPr>
          <p:nvPr>
            <p:ph/>
          </p:nvPr>
        </p:nvSpPr>
        <p:spPr>
          <a:xfrm>
            <a:off x="0" y="914400"/>
            <a:ext cx="8447040" cy="1828800"/>
          </a:xfrm>
          <a:prstGeom prst="rect">
            <a:avLst/>
          </a:prstGeom>
          <a:noFill/>
          <a:ln w="0">
            <a:noFill/>
          </a:ln>
        </p:spPr>
        <p:txBody>
          <a:bodyPr lIns="91440" tIns="45720" rIns="91440" bIns="45720" anchor="t">
            <a:noAutofit/>
          </a:bodyPr>
          <a:lstStyle/>
          <a:p>
            <a:pPr indent="0" algn="l">
              <a:lnSpc>
                <a:spcPct val="115000"/>
              </a:lnSpc>
              <a:spcBef>
                <a:spcPts val="1191"/>
              </a:spcBef>
              <a:spcAft>
                <a:spcPts val="992"/>
              </a:spcAft>
              <a:buNone/>
              <a:tabLst>
                <a:tab pos="0" algn="l"/>
              </a:tabLst>
            </a:pPr>
            <a:endParaRPr lang="en-US" sz="1500" b="0" u="none" strike="noStrike">
              <a:solidFill>
                <a:srgbClr val="000000"/>
              </a:solidFill>
              <a:effectLst/>
              <a:uFillTx/>
              <a:latin typeface="Arial"/>
            </a:endParaRPr>
          </a:p>
          <a:p>
            <a:pPr indent="0" algn="l">
              <a:lnSpc>
                <a:spcPct val="115000"/>
              </a:lnSpc>
              <a:spcBef>
                <a:spcPts val="1191"/>
              </a:spcBef>
              <a:spcAft>
                <a:spcPts val="992"/>
              </a:spcAft>
              <a:buNone/>
              <a:tabLst>
                <a:tab pos="0" algn="l"/>
              </a:tabLst>
            </a:pPr>
            <a:endParaRPr lang="en-US" sz="1500" b="0" u="none" strike="noStrike">
              <a:solidFill>
                <a:srgbClr val="000000"/>
              </a:solidFill>
              <a:effectLst/>
              <a:uFillTx/>
              <a:latin typeface="Arial"/>
            </a:endParaRPr>
          </a:p>
          <a:p>
            <a:pPr indent="0" algn="l">
              <a:lnSpc>
                <a:spcPct val="115000"/>
              </a:lnSpc>
              <a:spcBef>
                <a:spcPts val="1191"/>
              </a:spcBef>
              <a:spcAft>
                <a:spcPts val="992"/>
              </a:spcAft>
              <a:buNone/>
              <a:tabLst>
                <a:tab pos="0" algn="l"/>
              </a:tabLst>
            </a:pPr>
            <a:endParaRPr lang="en-US" sz="1500" b="0" u="none" strike="noStrike">
              <a:solidFill>
                <a:srgbClr val="000000"/>
              </a:solidFill>
              <a:effectLst/>
              <a:uFillTx/>
              <a:latin typeface="Arial"/>
            </a:endParaRPr>
          </a:p>
        </p:txBody>
      </p:sp>
      <p:sp>
        <p:nvSpPr>
          <p:cNvPr id="115" name="TextBox 114"/>
          <p:cNvSpPr txBox="1"/>
          <p:nvPr/>
        </p:nvSpPr>
        <p:spPr>
          <a:xfrm>
            <a:off x="31680" y="1159560"/>
            <a:ext cx="8993448" cy="4307418"/>
          </a:xfrm>
          <a:prstGeom prst="rect">
            <a:avLst/>
          </a:prstGeom>
          <a:noFill/>
          <a:ln w="0">
            <a:noFill/>
          </a:ln>
        </p:spPr>
        <p:txBody>
          <a:bodyPr wrap="square" lIns="90000" tIns="45000" rIns="90000" bIns="45000" anchor="t">
            <a:spAutoFit/>
          </a:bodyPr>
          <a:lstStyle/>
          <a:p>
            <a:pPr marL="285750" indent="-285750">
              <a:lnSpc>
                <a:spcPct val="150000"/>
              </a:lnSpc>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Dynamic Pricing Engine</a:t>
            </a:r>
            <a:r>
              <a:rPr lang="en-US" sz="1600" dirty="0">
                <a:latin typeface="Times New Roman" panose="02020603050405020304" pitchFamily="18" charset="0"/>
                <a:cs typeface="Times New Roman" panose="02020603050405020304" pitchFamily="18" charset="0"/>
              </a:rPr>
              <a:t>: Implementation of an AI-based algorithm that suggests or automatically adjusts property pricing based on local demand, seasonality, and local events. </a:t>
            </a:r>
          </a:p>
          <a:p>
            <a:pPr marL="285750" indent="-285750">
              <a:lnSpc>
                <a:spcPct val="150000"/>
              </a:lnSpc>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Automated Moderation</a:t>
            </a:r>
            <a:r>
              <a:rPr lang="en-US" sz="1600" dirty="0">
                <a:latin typeface="Times New Roman" panose="02020603050405020304" pitchFamily="18" charset="0"/>
                <a:cs typeface="Times New Roman" panose="02020603050405020304" pitchFamily="18" charset="0"/>
              </a:rPr>
              <a:t>: Integration of a robust review moderation system utilizing Natural Language Processing (NLP) to automatically detect and flag toxic, discriminatory, or biased feedback in property reviews. </a:t>
            </a:r>
          </a:p>
          <a:p>
            <a:pPr marL="285750" indent="-285750">
              <a:lnSpc>
                <a:spcPct val="150000"/>
              </a:lnSpc>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Real-Time </a:t>
            </a:r>
            <a:r>
              <a:rPr lang="en-US" sz="1600" b="1" dirty="0" err="1">
                <a:latin typeface="Times New Roman" panose="02020603050405020304" pitchFamily="18" charset="0"/>
                <a:cs typeface="Times New Roman" panose="02020603050405020304" pitchFamily="18" charset="0"/>
              </a:rPr>
              <a:t>WebSockets</a:t>
            </a:r>
            <a:r>
              <a:rPr lang="en-US" sz="1600" dirty="0">
                <a:latin typeface="Times New Roman" panose="02020603050405020304" pitchFamily="18" charset="0"/>
                <a:cs typeface="Times New Roman" panose="02020603050405020304" pitchFamily="18" charset="0"/>
              </a:rPr>
              <a:t>: Upgrading the message center and booking notifications from HTTP requests to persistent </a:t>
            </a:r>
            <a:r>
              <a:rPr lang="en-US" sz="1600" dirty="0" err="1">
                <a:latin typeface="Times New Roman" panose="02020603050405020304" pitchFamily="18" charset="0"/>
                <a:cs typeface="Times New Roman" panose="02020603050405020304" pitchFamily="18" charset="0"/>
              </a:rPr>
              <a:t>WebSockets</a:t>
            </a:r>
            <a:r>
              <a:rPr lang="en-US" sz="1600" dirty="0">
                <a:latin typeface="Times New Roman" panose="02020603050405020304" pitchFamily="18" charset="0"/>
                <a:cs typeface="Times New Roman" panose="02020603050405020304" pitchFamily="18" charset="0"/>
              </a:rPr>
              <a:t> for instant, real-time communication between hosts and guests. </a:t>
            </a:r>
          </a:p>
          <a:p>
            <a:pPr marL="285750" indent="-285750">
              <a:lnSpc>
                <a:spcPct val="150000"/>
              </a:lnSpc>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KYC Integration</a:t>
            </a:r>
            <a:r>
              <a:rPr lang="en-US" sz="1600" dirty="0">
                <a:latin typeface="Times New Roman" panose="02020603050405020304" pitchFamily="18" charset="0"/>
                <a:cs typeface="Times New Roman" panose="02020603050405020304" pitchFamily="18" charset="0"/>
              </a:rPr>
              <a:t>: Full integration with external background check APIs to issue highly trusted verified identity badges, further removing the need for profile photos as trust proxies. </a:t>
            </a:r>
          </a:p>
          <a:p>
            <a:pPr marL="285750" indent="-285750">
              <a:lnSpc>
                <a:spcPct val="150000"/>
              </a:lnSpc>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Mobile Application</a:t>
            </a:r>
            <a:r>
              <a:rPr lang="en-US" sz="1600" dirty="0">
                <a:latin typeface="Times New Roman" panose="02020603050405020304" pitchFamily="18" charset="0"/>
                <a:cs typeface="Times New Roman" panose="02020603050405020304" pitchFamily="18" charset="0"/>
              </a:rPr>
              <a:t>: Expanding the platform ecosystem by developing a dedicated native mobile application for iOS and Android utilizing React Native, sharing the same RESTful Spring Boot backend</a:t>
            </a:r>
            <a:endParaRPr lang="en-US" sz="1600" b="0" u="none" strike="noStrike" dirty="0">
              <a:solidFill>
                <a:srgbClr val="000000"/>
              </a:solidFill>
              <a:effectLst/>
              <a:uFillTx/>
              <a:latin typeface="Times New Roman" panose="02020603050405020304" pitchFamily="18" charset="0"/>
              <a:cs typeface="Times New Roman" panose="02020603050405020304" pitchFamily="18" charset="0"/>
            </a:endParaRPr>
          </a:p>
          <a:p>
            <a:endParaRPr lang="en-US" sz="1000" b="0" u="none" strike="noStrike" dirty="0">
              <a:solidFill>
                <a:srgbClr val="000000"/>
              </a:solidFill>
              <a:effectLst/>
              <a:uFillTx/>
              <a:latin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 name="PlaceHolder 1"/>
          <p:cNvSpPr>
            <a:spLocks noGrp="1"/>
          </p:cNvSpPr>
          <p:nvPr>
            <p:ph type="title"/>
          </p:nvPr>
        </p:nvSpPr>
        <p:spPr>
          <a:xfrm>
            <a:off x="0" y="0"/>
            <a:ext cx="6476760" cy="837720"/>
          </a:xfrm>
          <a:prstGeom prst="rect">
            <a:avLst/>
          </a:prstGeom>
          <a:noFill/>
          <a:ln w="0">
            <a:noFill/>
          </a:ln>
        </p:spPr>
        <p:txBody>
          <a:bodyPr lIns="91440" tIns="45720" rIns="91440" bIns="45720" anchor="ctr">
            <a:noAutofit/>
          </a:bodyPr>
          <a:lstStyle/>
          <a:p>
            <a:pPr indent="0" algn="ctr">
              <a:lnSpc>
                <a:spcPct val="100000"/>
              </a:lnSpc>
              <a:buNone/>
            </a:pPr>
            <a:r>
              <a:rPr lang="en-US" sz="3200" b="1" u="none" strike="noStrike" dirty="0">
                <a:solidFill>
                  <a:schemeClr val="dk1"/>
                </a:solidFill>
                <a:effectLst/>
                <a:uFillTx/>
                <a:latin typeface="Times New Roman"/>
                <a:ea typeface="Times New Roman"/>
              </a:rPr>
              <a:t>Conclusion</a:t>
            </a:r>
            <a:endParaRPr lang="en-US" sz="3200" b="1" u="none" strike="noStrike" dirty="0">
              <a:solidFill>
                <a:srgbClr val="000000"/>
              </a:solidFill>
              <a:effectLst/>
              <a:uFillTx/>
              <a:latin typeface="Arial"/>
            </a:endParaRPr>
          </a:p>
        </p:txBody>
      </p:sp>
      <p:sp>
        <p:nvSpPr>
          <p:cNvPr id="117" name="PlaceHolder 2"/>
          <p:cNvSpPr>
            <a:spLocks noGrp="1"/>
          </p:cNvSpPr>
          <p:nvPr>
            <p:ph/>
          </p:nvPr>
        </p:nvSpPr>
        <p:spPr>
          <a:xfrm>
            <a:off x="457200" y="1371600"/>
            <a:ext cx="8229240" cy="4525560"/>
          </a:xfrm>
          <a:prstGeom prst="rect">
            <a:avLst/>
          </a:prstGeom>
          <a:noFill/>
          <a:ln w="0">
            <a:noFill/>
          </a:ln>
        </p:spPr>
        <p:txBody>
          <a:bodyPr lIns="91440" tIns="45720" rIns="91440" bIns="45720" anchor="t">
            <a:noAutofit/>
          </a:bodyPr>
          <a:lstStyle/>
          <a:p>
            <a:pPr marL="88920">
              <a:lnSpc>
                <a:spcPct val="150000"/>
              </a:lnSpc>
              <a:spcBef>
                <a:spcPts val="1191"/>
              </a:spcBef>
              <a:spcAft>
                <a:spcPts val="992"/>
              </a:spcAft>
              <a:buClr>
                <a:srgbClr val="000000"/>
              </a:buClr>
            </a:pPr>
            <a:r>
              <a:rPr lang="en-US" sz="1600" b="1" dirty="0" err="1">
                <a:latin typeface="Times New Roman" panose="02020603050405020304" pitchFamily="18" charset="0"/>
                <a:cs typeface="Times New Roman" panose="02020603050405020304" pitchFamily="18" charset="0"/>
              </a:rPr>
              <a:t>RoamNest</a:t>
            </a:r>
            <a:r>
              <a:rPr lang="en-US" sz="1600" dirty="0">
                <a:latin typeface="Times New Roman" panose="02020603050405020304" pitchFamily="18" charset="0"/>
                <a:cs typeface="Times New Roman" panose="02020603050405020304" pitchFamily="18" charset="0"/>
              </a:rPr>
              <a:t> demonstrates a robust technical solution to a profound social issue— discrimination within the sharing economy. By implementing a "Blind Booking" Progressive Disclosure Protocol, the system successfully shields users from unconscious bias during the critical decision-making phase of renting. </a:t>
            </a:r>
          </a:p>
          <a:p>
            <a:pPr marL="88920">
              <a:lnSpc>
                <a:spcPct val="150000"/>
              </a:lnSpc>
              <a:spcBef>
                <a:spcPts val="1191"/>
              </a:spcBef>
              <a:spcAft>
                <a:spcPts val="992"/>
              </a:spcAft>
              <a:buClr>
                <a:srgbClr val="000000"/>
              </a:buClr>
            </a:pPr>
            <a:r>
              <a:rPr lang="en-US" sz="1600" dirty="0">
                <a:latin typeface="Times New Roman" panose="02020603050405020304" pitchFamily="18" charset="0"/>
                <a:cs typeface="Times New Roman" panose="02020603050405020304" pitchFamily="18" charset="0"/>
              </a:rPr>
              <a:t>Powered by a modern, high-performance stack utilizing React.js, Spring Boot, and PostgreSQL, the application enforces ethical design directly at the architectural level. </a:t>
            </a:r>
            <a:r>
              <a:rPr lang="en-US" sz="1600" dirty="0" err="1">
                <a:latin typeface="Times New Roman" panose="02020603050405020304" pitchFamily="18" charset="0"/>
                <a:cs typeface="Times New Roman" panose="02020603050405020304" pitchFamily="18" charset="0"/>
              </a:rPr>
              <a:t>RoamNest</a:t>
            </a:r>
            <a:r>
              <a:rPr lang="en-US" sz="1600" dirty="0">
                <a:latin typeface="Times New Roman" panose="02020603050405020304" pitchFamily="18" charset="0"/>
                <a:cs typeface="Times New Roman" panose="02020603050405020304" pitchFamily="18" charset="0"/>
              </a:rPr>
              <a:t> effectively proves that safety, trust, and complete anonymity can coexist, offering a scalable blueprint for the next generation of inclusive and fair peer-to-peer marketplaces.</a:t>
            </a:r>
            <a:endParaRPr lang="en-US" sz="1600" b="0" u="none" strike="noStrike" dirty="0">
              <a:solidFill>
                <a:srgbClr val="000000"/>
              </a:solidFill>
              <a:effectLst/>
              <a:uFillTx/>
              <a:latin typeface="Times New Roman" panose="02020603050405020304" pitchFamily="18" charset="0"/>
              <a:cs typeface="Times New Roman" panose="02020603050405020304" pitchFamily="18"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 name="Google Shape;183;p15"/>
          <p:cNvSpPr/>
          <p:nvPr/>
        </p:nvSpPr>
        <p:spPr>
          <a:xfrm>
            <a:off x="288360" y="1350000"/>
            <a:ext cx="8691048" cy="2554545"/>
          </a:xfrm>
          <a:prstGeom prst="rect">
            <a:avLst/>
          </a:prstGeom>
          <a:noFill/>
          <a:ln w="0">
            <a:noFill/>
          </a:ln>
        </p:spPr>
        <p:style>
          <a:lnRef idx="0">
            <a:scrgbClr r="0" g="0" b="0"/>
          </a:lnRef>
          <a:fillRef idx="0">
            <a:scrgbClr r="0" g="0" b="0"/>
          </a:fillRef>
          <a:effectRef idx="0">
            <a:scrgbClr r="0" g="0" b="0"/>
          </a:effectRef>
          <a:fontRef idx="minor"/>
        </p:style>
        <p:txBody>
          <a:bodyPr wrap="square" tIns="91440" bIns="91440" anchor="t">
            <a:spAutoFit/>
          </a:bodyPr>
          <a:lstStyle/>
          <a:p>
            <a:pPr>
              <a:lnSpc>
                <a:spcPct val="100000"/>
              </a:lnSpc>
              <a:tabLst>
                <a:tab pos="0" algn="l"/>
              </a:tabLst>
            </a:pPr>
            <a:r>
              <a:rPr lang="en-IN" sz="1400" dirty="0"/>
              <a:t>Spring Boot Reference Documentation — </a:t>
            </a:r>
            <a:r>
              <a:rPr lang="en-IN" sz="1400" dirty="0">
                <a:hlinkClick r:id="rId2"/>
              </a:rPr>
              <a:t>https://spring.io/projects/spring-boot</a:t>
            </a:r>
            <a:endParaRPr lang="en-IN" sz="1400" dirty="0"/>
          </a:p>
          <a:p>
            <a:pPr>
              <a:lnSpc>
                <a:spcPct val="100000"/>
              </a:lnSpc>
              <a:tabLst>
                <a:tab pos="0" algn="l"/>
              </a:tabLst>
            </a:pPr>
            <a:r>
              <a:rPr lang="en-IN" sz="1400" dirty="0"/>
              <a:t>React.js Official Documentation — https://react.dev </a:t>
            </a:r>
          </a:p>
          <a:p>
            <a:pPr>
              <a:lnSpc>
                <a:spcPct val="100000"/>
              </a:lnSpc>
              <a:tabLst>
                <a:tab pos="0" algn="l"/>
              </a:tabLst>
            </a:pPr>
            <a:r>
              <a:rPr lang="en-IN" sz="1400" dirty="0"/>
              <a:t>PostgreSQL Official Documentation — https://www.postgresql.org/docs/ </a:t>
            </a:r>
          </a:p>
          <a:p>
            <a:pPr>
              <a:lnSpc>
                <a:spcPct val="100000"/>
              </a:lnSpc>
              <a:tabLst>
                <a:tab pos="0" algn="l"/>
              </a:tabLst>
            </a:pPr>
            <a:r>
              <a:rPr lang="en-IN" sz="1400" dirty="0"/>
              <a:t>JSON Web Tokens (JWT) Introduction and Debugger — https://jwt.io/ </a:t>
            </a:r>
          </a:p>
          <a:p>
            <a:pPr>
              <a:lnSpc>
                <a:spcPct val="100000"/>
              </a:lnSpc>
              <a:tabLst>
                <a:tab pos="0" algn="l"/>
              </a:tabLst>
            </a:pPr>
            <a:r>
              <a:rPr lang="en-IN" sz="1400" dirty="0"/>
              <a:t>"Racial Discrimination in the Sharing Economy: Evidence from a Field Experiment" — Edelman, B., Luca, M., &amp; Svirsky, D. (American Economic Journal: Applied Economics). </a:t>
            </a:r>
          </a:p>
          <a:p>
            <a:pPr>
              <a:lnSpc>
                <a:spcPct val="100000"/>
              </a:lnSpc>
              <a:tabLst>
                <a:tab pos="0" algn="l"/>
              </a:tabLst>
            </a:pPr>
            <a:r>
              <a:rPr lang="en-IN" sz="1400" dirty="0"/>
              <a:t>Vite Next Generation Frontend Tooling — https://vitejs.dev/ </a:t>
            </a:r>
          </a:p>
          <a:p>
            <a:pPr>
              <a:lnSpc>
                <a:spcPct val="100000"/>
              </a:lnSpc>
              <a:tabLst>
                <a:tab pos="0" algn="l"/>
              </a:tabLst>
            </a:pPr>
            <a:r>
              <a:rPr lang="en-IN" sz="1400" dirty="0"/>
              <a:t>Spring Security Reference Architecture — https://docs.spring.io/springsecurity/reference/ </a:t>
            </a:r>
          </a:p>
          <a:p>
            <a:pPr>
              <a:lnSpc>
                <a:spcPct val="100000"/>
              </a:lnSpc>
              <a:tabLst>
                <a:tab pos="0" algn="l"/>
              </a:tabLst>
            </a:pPr>
            <a:r>
              <a:rPr lang="en-IN" sz="1400" dirty="0"/>
              <a:t>React Router v7 Documentation — https://reactrouter.com/ </a:t>
            </a:r>
          </a:p>
          <a:p>
            <a:pPr>
              <a:lnSpc>
                <a:spcPct val="100000"/>
              </a:lnSpc>
              <a:tabLst>
                <a:tab pos="0" algn="l"/>
              </a:tabLst>
            </a:pPr>
            <a:r>
              <a:rPr lang="en-IN" sz="1400" dirty="0"/>
              <a:t>"Privacy by Design" Principles — Ann Cavoukian, Ph.D. [10] Axios Promise based HTTP client for the browser and node.js — https://axioshttp.com/</a:t>
            </a:r>
            <a:endParaRPr lang="en-US" sz="1400" b="0" u="none" strike="noStrike" dirty="0">
              <a:solidFill>
                <a:srgbClr val="000000"/>
              </a:solidFill>
              <a:effectLst/>
              <a:uFillTx/>
              <a:latin typeface="Arial"/>
            </a:endParaRPr>
          </a:p>
        </p:txBody>
      </p:sp>
      <p:sp>
        <p:nvSpPr>
          <p:cNvPr id="119" name="Google Shape;184;p15"/>
          <p:cNvSpPr/>
          <p:nvPr/>
        </p:nvSpPr>
        <p:spPr>
          <a:xfrm>
            <a:off x="177480" y="89280"/>
            <a:ext cx="6399000" cy="634680"/>
          </a:xfrm>
          <a:prstGeom prst="rect">
            <a:avLst/>
          </a:prstGeom>
          <a:noFill/>
          <a:ln w="0">
            <a:noFill/>
          </a:ln>
        </p:spPr>
        <p:style>
          <a:lnRef idx="0">
            <a:scrgbClr r="0" g="0" b="0"/>
          </a:lnRef>
          <a:fillRef idx="0">
            <a:scrgbClr r="0" g="0" b="0"/>
          </a:fillRef>
          <a:effectRef idx="0">
            <a:scrgbClr r="0" g="0" b="0"/>
          </a:effectRef>
          <a:fontRef idx="minor"/>
        </p:style>
        <p:txBody>
          <a:bodyPr tIns="91440" bIns="91440" anchor="t">
            <a:noAutofit/>
          </a:bodyPr>
          <a:lstStyle/>
          <a:p>
            <a:pPr algn="ctr">
              <a:lnSpc>
                <a:spcPct val="100000"/>
              </a:lnSpc>
              <a:tabLst>
                <a:tab pos="0" algn="l"/>
              </a:tabLst>
            </a:pPr>
            <a:r>
              <a:rPr lang="en-US" sz="3200" b="1" u="none" strike="noStrike" dirty="0">
                <a:solidFill>
                  <a:schemeClr val="dk1"/>
                </a:solidFill>
                <a:effectLst/>
                <a:uFillTx/>
                <a:latin typeface="Calibri"/>
                <a:ea typeface="Calibri"/>
              </a:rPr>
              <a:t>References</a:t>
            </a:r>
            <a:endParaRPr lang="en-US" sz="3200" b="0" u="none" strike="noStrike" dirty="0">
              <a:solidFill>
                <a:srgbClr val="000000"/>
              </a:solidFill>
              <a:effectLst/>
              <a:uFillTx/>
              <a:latin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 name="PlaceHolder 1"/>
          <p:cNvSpPr>
            <a:spLocks noGrp="1"/>
          </p:cNvSpPr>
          <p:nvPr>
            <p:ph/>
          </p:nvPr>
        </p:nvSpPr>
        <p:spPr>
          <a:xfrm>
            <a:off x="2339640" y="2853000"/>
            <a:ext cx="4464000" cy="2880000"/>
          </a:xfrm>
          <a:prstGeom prst="rect">
            <a:avLst/>
          </a:prstGeom>
          <a:noFill/>
          <a:ln w="0">
            <a:noFill/>
          </a:ln>
        </p:spPr>
        <p:txBody>
          <a:bodyPr lIns="91440" tIns="45720" rIns="91440" bIns="45720" anchor="t">
            <a:noAutofit/>
          </a:bodyPr>
          <a:lstStyle/>
          <a:p>
            <a:pPr indent="0" algn="l">
              <a:lnSpc>
                <a:spcPct val="100000"/>
              </a:lnSpc>
              <a:buNone/>
              <a:tabLst>
                <a:tab pos="0" algn="l"/>
              </a:tabLst>
            </a:pPr>
            <a:r>
              <a:rPr lang="en-US" sz="5900" b="1" u="none" strike="noStrike">
                <a:solidFill>
                  <a:schemeClr val="dk1"/>
                </a:solidFill>
                <a:effectLst/>
                <a:uFillTx/>
                <a:latin typeface="comic"/>
                <a:ea typeface="comic"/>
              </a:rPr>
              <a:t>THANK YOU</a:t>
            </a:r>
            <a:endParaRPr lang="en-US" sz="5900" b="0" u="none" strike="noStrike">
              <a:solidFill>
                <a:srgbClr val="000000"/>
              </a:solidFill>
              <a:effectLst/>
              <a:uFillTx/>
              <a:latin typeface="Arial"/>
            </a:endParaRPr>
          </a:p>
        </p:txBody>
      </p:sp>
    </p:spTree>
  </p:cSld>
  <p:clrMapOvr>
    <a:masterClrMapping/>
  </p:clrMapOvr>
</p:sld>
</file>

<file path=ppt/theme/theme1.xml><?xml version="1.0" encoding="utf-8"?>
<a:theme xmlns:a="http://schemas.openxmlformats.org/drawingml/2006/main" name="Bubble Sort">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xml><?xml version="1.0" encoding="utf-8"?>
<a:theme xmlns:a="http://schemas.openxmlformats.org/drawingml/2006/main"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3308</TotalTime>
  <Words>2010</Words>
  <Application>Microsoft Office PowerPoint</Application>
  <PresentationFormat>On-screen Show (4:3)</PresentationFormat>
  <Paragraphs>172</Paragraphs>
  <Slides>22</Slides>
  <Notes>7</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22</vt:i4>
      </vt:variant>
    </vt:vector>
  </HeadingPairs>
  <TitlesOfParts>
    <vt:vector size="30" baseType="lpstr">
      <vt:lpstr>Arial</vt:lpstr>
      <vt:lpstr>Calibri</vt:lpstr>
      <vt:lpstr>comic</vt:lpstr>
      <vt:lpstr>Noto Sans Symbols</vt:lpstr>
      <vt:lpstr>Symbol</vt:lpstr>
      <vt:lpstr>Times New Roman</vt:lpstr>
      <vt:lpstr>Wingdings</vt:lpstr>
      <vt:lpstr>Bubble Sort</vt:lpstr>
      <vt:lpstr>PowerPoint Presentation</vt:lpstr>
      <vt:lpstr>Table of Contents</vt:lpstr>
      <vt:lpstr>Introduction</vt:lpstr>
      <vt:lpstr>Problem Statement</vt:lpstr>
      <vt:lpstr>Technical Details</vt:lpstr>
      <vt:lpstr>Application Flow &amp; Use Cases </vt:lpstr>
      <vt:lpstr>Application Flow &amp; Use Cases </vt:lpstr>
      <vt:lpstr>System Design</vt:lpstr>
      <vt:lpstr>Software &amp; Hardware Requirements </vt:lpstr>
      <vt:lpstr>Software &amp; Hardware Requirements </vt:lpstr>
      <vt:lpstr>Objectives</vt:lpstr>
      <vt:lpstr>                       Sign-Up Page</vt:lpstr>
      <vt:lpstr>Login Page</vt:lpstr>
      <vt:lpstr>User Dashboard</vt:lpstr>
      <vt:lpstr>Profile Page</vt:lpstr>
      <vt:lpstr>Owner DashBoard</vt:lpstr>
      <vt:lpstr>      Admin DashBoard</vt:lpstr>
      <vt:lpstr>       Key Features</vt:lpstr>
      <vt:lpstr>Future Scope</vt:lpstr>
      <vt:lpstr>Conclusion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abc</dc:creator>
  <dc:description/>
  <cp:lastModifiedBy>Prince phutela</cp:lastModifiedBy>
  <cp:revision>5</cp:revision>
  <dcterms:created xsi:type="dcterms:W3CDTF">2022-12-12T14:14:34Z</dcterms:created>
  <dcterms:modified xsi:type="dcterms:W3CDTF">2026-05-14T02:45:49Z</dcterms:modified>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19</vt:i4>
  </property>
  <property fmtid="{D5CDD505-2E9C-101B-9397-08002B2CF9AE}" pid="3" name="PresentationFormat">
    <vt:lpwstr>On-screen Show (4:3)</vt:lpwstr>
  </property>
  <property fmtid="{D5CDD505-2E9C-101B-9397-08002B2CF9AE}" pid="4" name="Slides">
    <vt:i4>20</vt:i4>
  </property>
</Properties>
</file>